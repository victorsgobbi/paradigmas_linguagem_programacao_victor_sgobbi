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6858000" cx="9144000"/>
  <p:notesSz cx="6858000" cy="9144000"/>
  <p:embeddedFontLst>
    <p:embeddedFont>
      <p:font typeface="Arial Narrow"/>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3" roundtripDataSignature="AMtx7mhNNHAHLyXcd5sZjgIitLwrCh8x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ArialNarrow-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rialNarrow-italic.fntdata"/><Relationship Id="rId70" Type="http://schemas.openxmlformats.org/officeDocument/2006/relationships/font" Target="fonts/ArialNarrow-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ialNarrow-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1pPr>
            <a:lvl2pPr lvl="1"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rgbClr val="000000"/>
                </a:solidFill>
                <a:latin typeface="Times"/>
                <a:ea typeface="Times"/>
                <a:cs typeface="Times"/>
                <a:sym typeface="Times"/>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01" name="Google Shape;10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10" name="Google Shape;11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19" name="Google Shape;11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28" name="Google Shape;1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37" name="Google Shape;13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46" name="Google Shape;14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63" name="Google Shape;16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72" name="Google Shape;17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81" name="Google Shape;18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90" name="Google Shape;19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199" name="Google Shape;1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208" name="Google Shape;20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239" name="Google Shape;23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248" name="Google Shape;24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03" name="Google Shape;3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31" name="Google Shape;3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64" name="Google Shape;36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73" name="Google Shape;37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82" name="Google Shape;38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391" name="Google Shape;39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00" name="Google Shape;40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09" name="Google Shape;40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18" name="Google Shape;41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27" name="Google Shape;42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36" name="Google Shape;43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45" name="Google Shape;44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54" name="Google Shape;45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63" name="Google Shape;46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72" name="Google Shape;47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89" name="Google Shape;48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498" name="Google Shape;49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507" name="Google Shape;50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516" name="Google Shape;51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05" name="Google Shape;60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14" name="Google Shape;61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23" name="Google Shape;62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5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32" name="Google Shape;63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41" name="Google Shape;64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50" name="Google Shape;65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60" name="Google Shape;66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79" name="Google Shape;67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89" name="Google Shape;68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0" name="Google Shape;690;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698" name="Google Shape;69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6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707" name="Google Shape;707;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8" name="Google Shape;708;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716" name="Google Shape;716;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a:buNone/>
            </a:pPr>
            <a:fld id="{00000000-1234-1234-1234-123412341234}" type="slidenum">
              <a:rPr b="0" i="0" lang="en-US" sz="1200" u="none" cap="none" strike="noStrike">
                <a:solidFill>
                  <a:srgbClr val="000000"/>
                </a:solidFill>
                <a:latin typeface="Times"/>
                <a:ea typeface="Times"/>
                <a:cs typeface="Times"/>
                <a:sym typeface="Times"/>
              </a:rPr>
              <a:t>‹#›</a:t>
            </a:fld>
            <a:endParaRPr/>
          </a:p>
        </p:txBody>
      </p:sp>
      <p:sp>
        <p:nvSpPr>
          <p:cNvPr id="725" name="Google Shape;72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 name="Google Shape;726;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64"/>
          <p:cNvSpPr txBox="1"/>
          <p:nvPr>
            <p:ph type="ctrTitle"/>
          </p:nvPr>
        </p:nvSpPr>
        <p:spPr>
          <a:xfrm>
            <a:off x="381000" y="1371600"/>
            <a:ext cx="36576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a:solidFill>
                  <a:schemeClr val="accen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64"/>
          <p:cNvSpPr txBox="1"/>
          <p:nvPr>
            <p:ph idx="1" type="subTitle"/>
          </p:nvPr>
        </p:nvSpPr>
        <p:spPr>
          <a:xfrm>
            <a:off x="381000" y="3276600"/>
            <a:ext cx="3657600" cy="1752600"/>
          </a:xfrm>
          <a:prstGeom prst="rect">
            <a:avLst/>
          </a:prstGeom>
          <a:noFill/>
          <a:ln>
            <a:noFill/>
          </a:ln>
        </p:spPr>
        <p:txBody>
          <a:bodyPr anchorCtr="0" anchor="t" bIns="45700" lIns="91425" spcFirstLastPara="1" rIns="91425" wrap="square" tIns="45700">
            <a:noAutofit/>
          </a:bodyPr>
          <a:lstStyle>
            <a:lvl1pPr lvl="0" algn="l">
              <a:spcBef>
                <a:spcPts val="560"/>
              </a:spcBef>
              <a:spcAft>
                <a:spcPts val="0"/>
              </a:spcAft>
              <a:buClr>
                <a:srgbClr val="CC3300"/>
              </a:buClr>
              <a:buSzPts val="2800"/>
              <a:buFont typeface="Lucida Sans"/>
              <a:buNone/>
              <a:defRPr>
                <a:solidFill>
                  <a:srgbClr val="CC3300"/>
                </a:solidFill>
              </a:defRPr>
            </a:lvl1pPr>
            <a:lvl2pPr lvl="1" algn="l">
              <a:spcBef>
                <a:spcPts val="360"/>
              </a:spcBef>
              <a:spcAft>
                <a:spcPts val="0"/>
              </a:spcAft>
              <a:buClr>
                <a:schemeClr val="accent2"/>
              </a:buClr>
              <a:buSzPts val="1800"/>
              <a:buChar char="–"/>
              <a:defRPr/>
            </a:lvl2pPr>
            <a:lvl3pPr lvl="2" algn="l">
              <a:spcBef>
                <a:spcPts val="360"/>
              </a:spcBef>
              <a:spcAft>
                <a:spcPts val="0"/>
              </a:spcAft>
              <a:buClr>
                <a:srgbClr val="666699"/>
              </a:buClr>
              <a:buSzPts val="1800"/>
              <a:buChar char="•"/>
              <a:defRPr/>
            </a:lvl3pPr>
            <a:lvl4pPr lvl="3" algn="l">
              <a:spcBef>
                <a:spcPts val="360"/>
              </a:spcBef>
              <a:spcAft>
                <a:spcPts val="0"/>
              </a:spcAft>
              <a:buClr>
                <a:schemeClr val="accent2"/>
              </a:buClr>
              <a:buSzPts val="1800"/>
              <a:buChar char="–"/>
              <a:defRPr/>
            </a:lvl4pPr>
            <a:lvl5pPr lvl="4" algn="l">
              <a:spcBef>
                <a:spcPts val="360"/>
              </a:spcBef>
              <a:spcAft>
                <a:spcPts val="0"/>
              </a:spcAft>
              <a:buClr>
                <a:srgbClr val="666699"/>
              </a:buClr>
              <a:buSzPts val="1800"/>
              <a:buChar char="»"/>
              <a:defRPr/>
            </a:lvl5pPr>
            <a:lvl6pPr lvl="5" algn="l">
              <a:spcBef>
                <a:spcPts val="360"/>
              </a:spcBef>
              <a:spcAft>
                <a:spcPts val="0"/>
              </a:spcAft>
              <a:buClr>
                <a:srgbClr val="666699"/>
              </a:buClr>
              <a:buSzPts val="1800"/>
              <a:buChar char="»"/>
              <a:defRPr/>
            </a:lvl6pPr>
            <a:lvl7pPr lvl="6" algn="l">
              <a:spcBef>
                <a:spcPts val="360"/>
              </a:spcBef>
              <a:spcAft>
                <a:spcPts val="0"/>
              </a:spcAft>
              <a:buClr>
                <a:srgbClr val="666699"/>
              </a:buClr>
              <a:buSzPts val="1800"/>
              <a:buChar char="»"/>
              <a:defRPr/>
            </a:lvl7pPr>
            <a:lvl8pPr lvl="7" algn="l">
              <a:spcBef>
                <a:spcPts val="360"/>
              </a:spcBef>
              <a:spcAft>
                <a:spcPts val="0"/>
              </a:spcAft>
              <a:buClr>
                <a:srgbClr val="666699"/>
              </a:buClr>
              <a:buSzPts val="1800"/>
              <a:buChar char="»"/>
              <a:defRPr/>
            </a:lvl8pPr>
            <a:lvl9pPr lvl="8" algn="l">
              <a:spcBef>
                <a:spcPts val="360"/>
              </a:spcBef>
              <a:spcAft>
                <a:spcPts val="0"/>
              </a:spcAft>
              <a:buClr>
                <a:srgbClr val="666699"/>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66"/>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6"/>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accent2"/>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chemeClr val="accent2"/>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7" name="Google Shape;27;p66"/>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6"/>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9" name="Shape 29"/>
        <p:cNvGrpSpPr/>
        <p:nvPr/>
      </p:nvGrpSpPr>
      <p:grpSpPr>
        <a:xfrm>
          <a:off x="0" y="0"/>
          <a:ext cx="0" cy="0"/>
          <a:chOff x="0" y="0"/>
          <a:chExt cx="0" cy="0"/>
        </a:xfrm>
      </p:grpSpPr>
      <p:sp>
        <p:nvSpPr>
          <p:cNvPr id="30" name="Google Shape;30;p6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7"/>
          <p:cNvSpPr txBox="1"/>
          <p:nvPr>
            <p:ph idx="1" type="body"/>
          </p:nvPr>
        </p:nvSpPr>
        <p:spPr>
          <a:xfrm>
            <a:off x="609600" y="1600200"/>
            <a:ext cx="4000500" cy="4572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accent2"/>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chemeClr val="accent2"/>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2" name="Google Shape;32;p67"/>
          <p:cNvSpPr txBox="1"/>
          <p:nvPr>
            <p:ph idx="2" type="body"/>
          </p:nvPr>
        </p:nvSpPr>
        <p:spPr>
          <a:xfrm>
            <a:off x="4762500" y="1600200"/>
            <a:ext cx="4000500" cy="45720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accent2"/>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chemeClr val="accent2"/>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3" name="Google Shape;33;p67"/>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7"/>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5" name="Shape 35"/>
        <p:cNvGrpSpPr/>
        <p:nvPr/>
      </p:nvGrpSpPr>
      <p:grpSpPr>
        <a:xfrm>
          <a:off x="0" y="0"/>
          <a:ext cx="0" cy="0"/>
          <a:chOff x="0" y="0"/>
          <a:chExt cx="0" cy="0"/>
        </a:xfrm>
      </p:grpSpPr>
      <p:sp>
        <p:nvSpPr>
          <p:cNvPr id="36" name="Google Shape;36;p68"/>
          <p:cNvSpPr txBox="1"/>
          <p:nvPr>
            <p:ph type="title"/>
          </p:nvPr>
        </p:nvSpPr>
        <p:spPr>
          <a:xfrm rot="5400000">
            <a:off x="4848225" y="2257425"/>
            <a:ext cx="5791200" cy="20383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8"/>
          <p:cNvSpPr txBox="1"/>
          <p:nvPr>
            <p:ph idx="1" type="body"/>
          </p:nvPr>
        </p:nvSpPr>
        <p:spPr>
          <a:xfrm rot="5400000">
            <a:off x="695325" y="295275"/>
            <a:ext cx="5791200" cy="596265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accent2"/>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chemeClr val="accent2"/>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8" name="Google Shape;38;p68"/>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8"/>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6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9"/>
          <p:cNvSpPr txBox="1"/>
          <p:nvPr>
            <p:ph idx="1" type="body"/>
          </p:nvPr>
        </p:nvSpPr>
        <p:spPr>
          <a:xfrm rot="5400000">
            <a:off x="2400300" y="-190500"/>
            <a:ext cx="4572000" cy="8153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accent2"/>
              </a:buClr>
              <a:buSzPts val="1800"/>
              <a:buChar char="•"/>
              <a:defRPr/>
            </a:lvl1pPr>
            <a:lvl2pPr indent="-342900" lvl="1" marL="914400" algn="l">
              <a:spcBef>
                <a:spcPts val="360"/>
              </a:spcBef>
              <a:spcAft>
                <a:spcPts val="0"/>
              </a:spcAft>
              <a:buClr>
                <a:schemeClr val="accent2"/>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chemeClr val="accent2"/>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43" name="Google Shape;43;p69"/>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9"/>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5" name="Shape 45"/>
        <p:cNvGrpSpPr/>
        <p:nvPr/>
      </p:nvGrpSpPr>
      <p:grpSpPr>
        <a:xfrm>
          <a:off x="0" y="0"/>
          <a:ext cx="0" cy="0"/>
          <a:chOff x="0" y="0"/>
          <a:chExt cx="0" cy="0"/>
        </a:xfrm>
      </p:grpSpPr>
      <p:sp>
        <p:nvSpPr>
          <p:cNvPr id="46" name="Google Shape;46;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0"/>
          <p:cNvSpPr/>
          <p:nvPr>
            <p:ph idx="2" type="pic"/>
          </p:nvPr>
        </p:nvSpPr>
        <p:spPr>
          <a:xfrm>
            <a:off x="1792288" y="612775"/>
            <a:ext cx="5486400" cy="4114800"/>
          </a:xfrm>
          <a:prstGeom prst="rect">
            <a:avLst/>
          </a:prstGeom>
          <a:noFill/>
          <a:ln>
            <a:noFill/>
          </a:ln>
        </p:spPr>
      </p:sp>
      <p:sp>
        <p:nvSpPr>
          <p:cNvPr id="48" name="Google Shape;48;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accent2"/>
              </a:buClr>
              <a:buSzPts val="1400"/>
              <a:buFont typeface="Lucida Sans"/>
              <a:buNone/>
              <a:defRPr sz="1400"/>
            </a:lvl1pPr>
            <a:lvl2pPr indent="-228600" lvl="1" marL="914400" algn="l">
              <a:spcBef>
                <a:spcPts val="240"/>
              </a:spcBef>
              <a:spcAft>
                <a:spcPts val="0"/>
              </a:spcAft>
              <a:buClr>
                <a:schemeClr val="accent2"/>
              </a:buClr>
              <a:buSzPts val="1200"/>
              <a:buFont typeface="Lucida Sans"/>
              <a:buNone/>
              <a:defRPr sz="1200"/>
            </a:lvl2pPr>
            <a:lvl3pPr indent="-228600" lvl="2" marL="1371600" algn="l">
              <a:spcBef>
                <a:spcPts val="200"/>
              </a:spcBef>
              <a:spcAft>
                <a:spcPts val="0"/>
              </a:spcAft>
              <a:buClr>
                <a:srgbClr val="666699"/>
              </a:buClr>
              <a:buSzPts val="1000"/>
              <a:buFont typeface="Lucida Sans"/>
              <a:buNone/>
              <a:defRPr sz="1000"/>
            </a:lvl3pPr>
            <a:lvl4pPr indent="-228600" lvl="3" marL="1828800" algn="l">
              <a:spcBef>
                <a:spcPts val="180"/>
              </a:spcBef>
              <a:spcAft>
                <a:spcPts val="0"/>
              </a:spcAft>
              <a:buClr>
                <a:schemeClr val="accent2"/>
              </a:buClr>
              <a:buSzPts val="900"/>
              <a:buFont typeface="Lucida Sans"/>
              <a:buNone/>
              <a:defRPr sz="900"/>
            </a:lvl4pPr>
            <a:lvl5pPr indent="-228600" lvl="4" marL="2286000" algn="l">
              <a:spcBef>
                <a:spcPts val="180"/>
              </a:spcBef>
              <a:spcAft>
                <a:spcPts val="0"/>
              </a:spcAft>
              <a:buClr>
                <a:srgbClr val="666699"/>
              </a:buClr>
              <a:buSzPts val="900"/>
              <a:buFont typeface="Lucida Sans"/>
              <a:buNone/>
              <a:defRPr sz="900"/>
            </a:lvl5pPr>
            <a:lvl6pPr indent="-228600" lvl="5" marL="2743200" algn="l">
              <a:spcBef>
                <a:spcPts val="180"/>
              </a:spcBef>
              <a:spcAft>
                <a:spcPts val="0"/>
              </a:spcAft>
              <a:buClr>
                <a:srgbClr val="666699"/>
              </a:buClr>
              <a:buSzPts val="900"/>
              <a:buFont typeface="Lucida Sans"/>
              <a:buNone/>
              <a:defRPr sz="900"/>
            </a:lvl6pPr>
            <a:lvl7pPr indent="-228600" lvl="6" marL="3200400" algn="l">
              <a:spcBef>
                <a:spcPts val="180"/>
              </a:spcBef>
              <a:spcAft>
                <a:spcPts val="0"/>
              </a:spcAft>
              <a:buClr>
                <a:srgbClr val="666699"/>
              </a:buClr>
              <a:buSzPts val="900"/>
              <a:buFont typeface="Lucida Sans"/>
              <a:buNone/>
              <a:defRPr sz="900"/>
            </a:lvl7pPr>
            <a:lvl8pPr indent="-228600" lvl="7" marL="3657600" algn="l">
              <a:spcBef>
                <a:spcPts val="180"/>
              </a:spcBef>
              <a:spcAft>
                <a:spcPts val="0"/>
              </a:spcAft>
              <a:buClr>
                <a:srgbClr val="666699"/>
              </a:buClr>
              <a:buSzPts val="900"/>
              <a:buFont typeface="Lucida Sans"/>
              <a:buNone/>
              <a:defRPr sz="900"/>
            </a:lvl8pPr>
            <a:lvl9pPr indent="-228600" lvl="8" marL="4114800" algn="l">
              <a:spcBef>
                <a:spcPts val="180"/>
              </a:spcBef>
              <a:spcAft>
                <a:spcPts val="0"/>
              </a:spcAft>
              <a:buClr>
                <a:srgbClr val="666699"/>
              </a:buClr>
              <a:buSzPts val="900"/>
              <a:buFont typeface="Lucida Sans"/>
              <a:buNone/>
              <a:defRPr sz="900"/>
            </a:lvl9pPr>
          </a:lstStyle>
          <a:p/>
        </p:txBody>
      </p:sp>
      <p:sp>
        <p:nvSpPr>
          <p:cNvPr id="49" name="Google Shape;49;p70"/>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0"/>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p7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accent2"/>
              </a:buClr>
              <a:buSzPts val="3200"/>
              <a:buFont typeface="Lucida Sans"/>
              <a:buChar char="•"/>
              <a:defRPr sz="3200"/>
            </a:lvl1pPr>
            <a:lvl2pPr indent="-406400" lvl="1" marL="914400" algn="l">
              <a:spcBef>
                <a:spcPts val="560"/>
              </a:spcBef>
              <a:spcAft>
                <a:spcPts val="0"/>
              </a:spcAft>
              <a:buClr>
                <a:schemeClr val="accent2"/>
              </a:buClr>
              <a:buSzPts val="2800"/>
              <a:buFont typeface="Lucida Sans"/>
              <a:buChar char="–"/>
              <a:defRPr sz="2800"/>
            </a:lvl2pPr>
            <a:lvl3pPr indent="-381000" lvl="2" marL="1371600" algn="l">
              <a:spcBef>
                <a:spcPts val="480"/>
              </a:spcBef>
              <a:spcAft>
                <a:spcPts val="0"/>
              </a:spcAft>
              <a:buClr>
                <a:srgbClr val="666699"/>
              </a:buClr>
              <a:buSzPts val="2400"/>
              <a:buFont typeface="Lucida Sans"/>
              <a:buChar char="•"/>
              <a:defRPr sz="2400"/>
            </a:lvl3pPr>
            <a:lvl4pPr indent="-355600" lvl="3" marL="1828800" algn="l">
              <a:spcBef>
                <a:spcPts val="400"/>
              </a:spcBef>
              <a:spcAft>
                <a:spcPts val="0"/>
              </a:spcAft>
              <a:buClr>
                <a:schemeClr val="accent2"/>
              </a:buClr>
              <a:buSzPts val="2000"/>
              <a:buFont typeface="Lucida Sans"/>
              <a:buChar char="–"/>
              <a:defRPr sz="2000"/>
            </a:lvl4pPr>
            <a:lvl5pPr indent="-355600" lvl="4" marL="2286000" algn="l">
              <a:spcBef>
                <a:spcPts val="400"/>
              </a:spcBef>
              <a:spcAft>
                <a:spcPts val="0"/>
              </a:spcAft>
              <a:buClr>
                <a:srgbClr val="666699"/>
              </a:buClr>
              <a:buSzPts val="2000"/>
              <a:buFont typeface="Lucida Sans"/>
              <a:buChar char="»"/>
              <a:defRPr sz="2000"/>
            </a:lvl5pPr>
            <a:lvl6pPr indent="-355600" lvl="5" marL="2743200" algn="l">
              <a:spcBef>
                <a:spcPts val="400"/>
              </a:spcBef>
              <a:spcAft>
                <a:spcPts val="0"/>
              </a:spcAft>
              <a:buClr>
                <a:srgbClr val="666699"/>
              </a:buClr>
              <a:buSzPts val="2000"/>
              <a:buFont typeface="Lucida Sans"/>
              <a:buChar char="»"/>
              <a:defRPr sz="2000"/>
            </a:lvl6pPr>
            <a:lvl7pPr indent="-355600" lvl="6" marL="3200400" algn="l">
              <a:spcBef>
                <a:spcPts val="400"/>
              </a:spcBef>
              <a:spcAft>
                <a:spcPts val="0"/>
              </a:spcAft>
              <a:buClr>
                <a:srgbClr val="666699"/>
              </a:buClr>
              <a:buSzPts val="2000"/>
              <a:buFont typeface="Lucida Sans"/>
              <a:buChar char="»"/>
              <a:defRPr sz="2000"/>
            </a:lvl7pPr>
            <a:lvl8pPr indent="-355600" lvl="7" marL="3657600" algn="l">
              <a:spcBef>
                <a:spcPts val="400"/>
              </a:spcBef>
              <a:spcAft>
                <a:spcPts val="0"/>
              </a:spcAft>
              <a:buClr>
                <a:srgbClr val="666699"/>
              </a:buClr>
              <a:buSzPts val="2000"/>
              <a:buFont typeface="Lucida Sans"/>
              <a:buChar char="»"/>
              <a:defRPr sz="2000"/>
            </a:lvl8pPr>
            <a:lvl9pPr indent="-355600" lvl="8" marL="4114800" algn="l">
              <a:spcBef>
                <a:spcPts val="400"/>
              </a:spcBef>
              <a:spcAft>
                <a:spcPts val="0"/>
              </a:spcAft>
              <a:buClr>
                <a:srgbClr val="666699"/>
              </a:buClr>
              <a:buSzPts val="2000"/>
              <a:buFont typeface="Lucida Sans"/>
              <a:buChar char="»"/>
              <a:defRPr sz="2000"/>
            </a:lvl9pPr>
          </a:lstStyle>
          <a:p/>
        </p:txBody>
      </p:sp>
      <p:sp>
        <p:nvSpPr>
          <p:cNvPr id="54" name="Google Shape;54;p7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accent2"/>
              </a:buClr>
              <a:buSzPts val="1400"/>
              <a:buFont typeface="Lucida Sans"/>
              <a:buNone/>
              <a:defRPr sz="1400"/>
            </a:lvl1pPr>
            <a:lvl2pPr indent="-228600" lvl="1" marL="914400" algn="l">
              <a:spcBef>
                <a:spcPts val="240"/>
              </a:spcBef>
              <a:spcAft>
                <a:spcPts val="0"/>
              </a:spcAft>
              <a:buClr>
                <a:schemeClr val="accent2"/>
              </a:buClr>
              <a:buSzPts val="1200"/>
              <a:buFont typeface="Lucida Sans"/>
              <a:buNone/>
              <a:defRPr sz="1200"/>
            </a:lvl2pPr>
            <a:lvl3pPr indent="-228600" lvl="2" marL="1371600" algn="l">
              <a:spcBef>
                <a:spcPts val="200"/>
              </a:spcBef>
              <a:spcAft>
                <a:spcPts val="0"/>
              </a:spcAft>
              <a:buClr>
                <a:srgbClr val="666699"/>
              </a:buClr>
              <a:buSzPts val="1000"/>
              <a:buFont typeface="Lucida Sans"/>
              <a:buNone/>
              <a:defRPr sz="1000"/>
            </a:lvl3pPr>
            <a:lvl4pPr indent="-228600" lvl="3" marL="1828800" algn="l">
              <a:spcBef>
                <a:spcPts val="180"/>
              </a:spcBef>
              <a:spcAft>
                <a:spcPts val="0"/>
              </a:spcAft>
              <a:buClr>
                <a:schemeClr val="accent2"/>
              </a:buClr>
              <a:buSzPts val="900"/>
              <a:buFont typeface="Lucida Sans"/>
              <a:buNone/>
              <a:defRPr sz="900"/>
            </a:lvl4pPr>
            <a:lvl5pPr indent="-228600" lvl="4" marL="2286000" algn="l">
              <a:spcBef>
                <a:spcPts val="180"/>
              </a:spcBef>
              <a:spcAft>
                <a:spcPts val="0"/>
              </a:spcAft>
              <a:buClr>
                <a:srgbClr val="666699"/>
              </a:buClr>
              <a:buSzPts val="900"/>
              <a:buFont typeface="Lucida Sans"/>
              <a:buNone/>
              <a:defRPr sz="900"/>
            </a:lvl5pPr>
            <a:lvl6pPr indent="-228600" lvl="5" marL="2743200" algn="l">
              <a:spcBef>
                <a:spcPts val="180"/>
              </a:spcBef>
              <a:spcAft>
                <a:spcPts val="0"/>
              </a:spcAft>
              <a:buClr>
                <a:srgbClr val="666699"/>
              </a:buClr>
              <a:buSzPts val="900"/>
              <a:buFont typeface="Lucida Sans"/>
              <a:buNone/>
              <a:defRPr sz="900"/>
            </a:lvl6pPr>
            <a:lvl7pPr indent="-228600" lvl="6" marL="3200400" algn="l">
              <a:spcBef>
                <a:spcPts val="180"/>
              </a:spcBef>
              <a:spcAft>
                <a:spcPts val="0"/>
              </a:spcAft>
              <a:buClr>
                <a:srgbClr val="666699"/>
              </a:buClr>
              <a:buSzPts val="900"/>
              <a:buFont typeface="Lucida Sans"/>
              <a:buNone/>
              <a:defRPr sz="900"/>
            </a:lvl7pPr>
            <a:lvl8pPr indent="-228600" lvl="7" marL="3657600" algn="l">
              <a:spcBef>
                <a:spcPts val="180"/>
              </a:spcBef>
              <a:spcAft>
                <a:spcPts val="0"/>
              </a:spcAft>
              <a:buClr>
                <a:srgbClr val="666699"/>
              </a:buClr>
              <a:buSzPts val="900"/>
              <a:buFont typeface="Lucida Sans"/>
              <a:buNone/>
              <a:defRPr sz="900"/>
            </a:lvl8pPr>
            <a:lvl9pPr indent="-228600" lvl="8" marL="4114800" algn="l">
              <a:spcBef>
                <a:spcPts val="180"/>
              </a:spcBef>
              <a:spcAft>
                <a:spcPts val="0"/>
              </a:spcAft>
              <a:buClr>
                <a:srgbClr val="666699"/>
              </a:buClr>
              <a:buSzPts val="900"/>
              <a:buFont typeface="Lucida Sans"/>
              <a:buNone/>
              <a:defRPr sz="900"/>
            </a:lvl9pPr>
          </a:lstStyle>
          <a:p/>
        </p:txBody>
      </p:sp>
      <p:sp>
        <p:nvSpPr>
          <p:cNvPr id="55" name="Google Shape;55;p71"/>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1"/>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72"/>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2"/>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3"/>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3"/>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 name="Shape 64"/>
        <p:cNvGrpSpPr/>
        <p:nvPr/>
      </p:nvGrpSpPr>
      <p:grpSpPr>
        <a:xfrm>
          <a:off x="0" y="0"/>
          <a:ext cx="0" cy="0"/>
          <a:chOff x="0" y="0"/>
          <a:chExt cx="0" cy="0"/>
        </a:xfrm>
      </p:grpSpPr>
      <p:sp>
        <p:nvSpPr>
          <p:cNvPr id="65" name="Google Shape;65;p7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accent2"/>
              </a:buClr>
              <a:buSzPts val="2400"/>
              <a:buFont typeface="Lucida Sans"/>
              <a:buNone/>
              <a:defRPr b="1" sz="2400"/>
            </a:lvl1pPr>
            <a:lvl2pPr indent="-228600" lvl="1" marL="914400" algn="l">
              <a:spcBef>
                <a:spcPts val="400"/>
              </a:spcBef>
              <a:spcAft>
                <a:spcPts val="0"/>
              </a:spcAft>
              <a:buClr>
                <a:schemeClr val="accent2"/>
              </a:buClr>
              <a:buSzPts val="2000"/>
              <a:buFont typeface="Lucida Sans"/>
              <a:buNone/>
              <a:defRPr b="1" sz="2000"/>
            </a:lvl2pPr>
            <a:lvl3pPr indent="-228600" lvl="2" marL="1371600" algn="l">
              <a:spcBef>
                <a:spcPts val="360"/>
              </a:spcBef>
              <a:spcAft>
                <a:spcPts val="0"/>
              </a:spcAft>
              <a:buClr>
                <a:srgbClr val="666699"/>
              </a:buClr>
              <a:buSzPts val="1800"/>
              <a:buFont typeface="Lucida Sans"/>
              <a:buNone/>
              <a:defRPr b="1" sz="1800"/>
            </a:lvl3pPr>
            <a:lvl4pPr indent="-228600" lvl="3" marL="1828800" algn="l">
              <a:spcBef>
                <a:spcPts val="320"/>
              </a:spcBef>
              <a:spcAft>
                <a:spcPts val="0"/>
              </a:spcAft>
              <a:buClr>
                <a:schemeClr val="accent2"/>
              </a:buClr>
              <a:buSzPts val="1600"/>
              <a:buFont typeface="Lucida Sans"/>
              <a:buNone/>
              <a:defRPr b="1" sz="1600"/>
            </a:lvl4pPr>
            <a:lvl5pPr indent="-228600" lvl="4" marL="2286000" algn="l">
              <a:spcBef>
                <a:spcPts val="320"/>
              </a:spcBef>
              <a:spcAft>
                <a:spcPts val="0"/>
              </a:spcAft>
              <a:buClr>
                <a:srgbClr val="666699"/>
              </a:buClr>
              <a:buSzPts val="1600"/>
              <a:buFont typeface="Lucida Sans"/>
              <a:buNone/>
              <a:defRPr b="1" sz="1600"/>
            </a:lvl5pPr>
            <a:lvl6pPr indent="-228600" lvl="5" marL="2743200" algn="l">
              <a:spcBef>
                <a:spcPts val="320"/>
              </a:spcBef>
              <a:spcAft>
                <a:spcPts val="0"/>
              </a:spcAft>
              <a:buClr>
                <a:srgbClr val="666699"/>
              </a:buClr>
              <a:buSzPts val="1600"/>
              <a:buFont typeface="Lucida Sans"/>
              <a:buNone/>
              <a:defRPr b="1" sz="1600"/>
            </a:lvl6pPr>
            <a:lvl7pPr indent="-228600" lvl="6" marL="3200400" algn="l">
              <a:spcBef>
                <a:spcPts val="320"/>
              </a:spcBef>
              <a:spcAft>
                <a:spcPts val="0"/>
              </a:spcAft>
              <a:buClr>
                <a:srgbClr val="666699"/>
              </a:buClr>
              <a:buSzPts val="1600"/>
              <a:buFont typeface="Lucida Sans"/>
              <a:buNone/>
              <a:defRPr b="1" sz="1600"/>
            </a:lvl7pPr>
            <a:lvl8pPr indent="-228600" lvl="7" marL="3657600" algn="l">
              <a:spcBef>
                <a:spcPts val="320"/>
              </a:spcBef>
              <a:spcAft>
                <a:spcPts val="0"/>
              </a:spcAft>
              <a:buClr>
                <a:srgbClr val="666699"/>
              </a:buClr>
              <a:buSzPts val="1600"/>
              <a:buFont typeface="Lucida Sans"/>
              <a:buNone/>
              <a:defRPr b="1" sz="1600"/>
            </a:lvl8pPr>
            <a:lvl9pPr indent="-228600" lvl="8" marL="4114800" algn="l">
              <a:spcBef>
                <a:spcPts val="320"/>
              </a:spcBef>
              <a:spcAft>
                <a:spcPts val="0"/>
              </a:spcAft>
              <a:buClr>
                <a:srgbClr val="666699"/>
              </a:buClr>
              <a:buSzPts val="1600"/>
              <a:buFont typeface="Lucida Sans"/>
              <a:buNone/>
              <a:defRPr b="1" sz="1600"/>
            </a:lvl9pPr>
          </a:lstStyle>
          <a:p/>
        </p:txBody>
      </p:sp>
      <p:sp>
        <p:nvSpPr>
          <p:cNvPr id="67" name="Google Shape;67;p7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accent2"/>
              </a:buClr>
              <a:buSzPts val="2400"/>
              <a:buFont typeface="Lucida Sans"/>
              <a:buChar char="•"/>
              <a:defRPr sz="2400"/>
            </a:lvl1pPr>
            <a:lvl2pPr indent="-355600" lvl="1" marL="914400" algn="l">
              <a:spcBef>
                <a:spcPts val="400"/>
              </a:spcBef>
              <a:spcAft>
                <a:spcPts val="0"/>
              </a:spcAft>
              <a:buClr>
                <a:schemeClr val="accent2"/>
              </a:buClr>
              <a:buSzPts val="2000"/>
              <a:buFont typeface="Lucida Sans"/>
              <a:buChar char="–"/>
              <a:defRPr sz="2000"/>
            </a:lvl2pPr>
            <a:lvl3pPr indent="-342900" lvl="2" marL="1371600" algn="l">
              <a:spcBef>
                <a:spcPts val="360"/>
              </a:spcBef>
              <a:spcAft>
                <a:spcPts val="0"/>
              </a:spcAft>
              <a:buClr>
                <a:srgbClr val="666699"/>
              </a:buClr>
              <a:buSzPts val="1800"/>
              <a:buFont typeface="Lucida Sans"/>
              <a:buChar char="•"/>
              <a:defRPr sz="1800"/>
            </a:lvl3pPr>
            <a:lvl4pPr indent="-330200" lvl="3" marL="1828800" algn="l">
              <a:spcBef>
                <a:spcPts val="320"/>
              </a:spcBef>
              <a:spcAft>
                <a:spcPts val="0"/>
              </a:spcAft>
              <a:buClr>
                <a:schemeClr val="accent2"/>
              </a:buClr>
              <a:buSzPts val="1600"/>
              <a:buFont typeface="Lucida Sans"/>
              <a:buChar char="–"/>
              <a:defRPr sz="1600"/>
            </a:lvl4pPr>
            <a:lvl5pPr indent="-330200" lvl="4" marL="2286000" algn="l">
              <a:spcBef>
                <a:spcPts val="320"/>
              </a:spcBef>
              <a:spcAft>
                <a:spcPts val="0"/>
              </a:spcAft>
              <a:buClr>
                <a:srgbClr val="666699"/>
              </a:buClr>
              <a:buSzPts val="1600"/>
              <a:buFont typeface="Lucida Sans"/>
              <a:buChar char="»"/>
              <a:defRPr sz="1600"/>
            </a:lvl5pPr>
            <a:lvl6pPr indent="-330200" lvl="5" marL="2743200" algn="l">
              <a:spcBef>
                <a:spcPts val="320"/>
              </a:spcBef>
              <a:spcAft>
                <a:spcPts val="0"/>
              </a:spcAft>
              <a:buClr>
                <a:srgbClr val="666699"/>
              </a:buClr>
              <a:buSzPts val="1600"/>
              <a:buFont typeface="Lucida Sans"/>
              <a:buChar char="»"/>
              <a:defRPr sz="1600"/>
            </a:lvl6pPr>
            <a:lvl7pPr indent="-330200" lvl="6" marL="3200400" algn="l">
              <a:spcBef>
                <a:spcPts val="320"/>
              </a:spcBef>
              <a:spcAft>
                <a:spcPts val="0"/>
              </a:spcAft>
              <a:buClr>
                <a:srgbClr val="666699"/>
              </a:buClr>
              <a:buSzPts val="1600"/>
              <a:buFont typeface="Lucida Sans"/>
              <a:buChar char="»"/>
              <a:defRPr sz="1600"/>
            </a:lvl7pPr>
            <a:lvl8pPr indent="-330200" lvl="7" marL="3657600" algn="l">
              <a:spcBef>
                <a:spcPts val="320"/>
              </a:spcBef>
              <a:spcAft>
                <a:spcPts val="0"/>
              </a:spcAft>
              <a:buClr>
                <a:srgbClr val="666699"/>
              </a:buClr>
              <a:buSzPts val="1600"/>
              <a:buFont typeface="Lucida Sans"/>
              <a:buChar char="»"/>
              <a:defRPr sz="1600"/>
            </a:lvl8pPr>
            <a:lvl9pPr indent="-330200" lvl="8" marL="4114800" algn="l">
              <a:spcBef>
                <a:spcPts val="320"/>
              </a:spcBef>
              <a:spcAft>
                <a:spcPts val="0"/>
              </a:spcAft>
              <a:buClr>
                <a:srgbClr val="666699"/>
              </a:buClr>
              <a:buSzPts val="1600"/>
              <a:buFont typeface="Lucida Sans"/>
              <a:buChar char="»"/>
              <a:defRPr sz="1600"/>
            </a:lvl9pPr>
          </a:lstStyle>
          <a:p/>
        </p:txBody>
      </p:sp>
      <p:sp>
        <p:nvSpPr>
          <p:cNvPr id="68" name="Google Shape;68;p7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accent2"/>
              </a:buClr>
              <a:buSzPts val="2400"/>
              <a:buFont typeface="Lucida Sans"/>
              <a:buNone/>
              <a:defRPr b="1" sz="2400"/>
            </a:lvl1pPr>
            <a:lvl2pPr indent="-228600" lvl="1" marL="914400" algn="l">
              <a:spcBef>
                <a:spcPts val="400"/>
              </a:spcBef>
              <a:spcAft>
                <a:spcPts val="0"/>
              </a:spcAft>
              <a:buClr>
                <a:schemeClr val="accent2"/>
              </a:buClr>
              <a:buSzPts val="2000"/>
              <a:buFont typeface="Lucida Sans"/>
              <a:buNone/>
              <a:defRPr b="1" sz="2000"/>
            </a:lvl2pPr>
            <a:lvl3pPr indent="-228600" lvl="2" marL="1371600" algn="l">
              <a:spcBef>
                <a:spcPts val="360"/>
              </a:spcBef>
              <a:spcAft>
                <a:spcPts val="0"/>
              </a:spcAft>
              <a:buClr>
                <a:srgbClr val="666699"/>
              </a:buClr>
              <a:buSzPts val="1800"/>
              <a:buFont typeface="Lucida Sans"/>
              <a:buNone/>
              <a:defRPr b="1" sz="1800"/>
            </a:lvl3pPr>
            <a:lvl4pPr indent="-228600" lvl="3" marL="1828800" algn="l">
              <a:spcBef>
                <a:spcPts val="320"/>
              </a:spcBef>
              <a:spcAft>
                <a:spcPts val="0"/>
              </a:spcAft>
              <a:buClr>
                <a:schemeClr val="accent2"/>
              </a:buClr>
              <a:buSzPts val="1600"/>
              <a:buFont typeface="Lucida Sans"/>
              <a:buNone/>
              <a:defRPr b="1" sz="1600"/>
            </a:lvl4pPr>
            <a:lvl5pPr indent="-228600" lvl="4" marL="2286000" algn="l">
              <a:spcBef>
                <a:spcPts val="320"/>
              </a:spcBef>
              <a:spcAft>
                <a:spcPts val="0"/>
              </a:spcAft>
              <a:buClr>
                <a:srgbClr val="666699"/>
              </a:buClr>
              <a:buSzPts val="1600"/>
              <a:buFont typeface="Lucida Sans"/>
              <a:buNone/>
              <a:defRPr b="1" sz="1600"/>
            </a:lvl5pPr>
            <a:lvl6pPr indent="-228600" lvl="5" marL="2743200" algn="l">
              <a:spcBef>
                <a:spcPts val="320"/>
              </a:spcBef>
              <a:spcAft>
                <a:spcPts val="0"/>
              </a:spcAft>
              <a:buClr>
                <a:srgbClr val="666699"/>
              </a:buClr>
              <a:buSzPts val="1600"/>
              <a:buFont typeface="Lucida Sans"/>
              <a:buNone/>
              <a:defRPr b="1" sz="1600"/>
            </a:lvl6pPr>
            <a:lvl7pPr indent="-228600" lvl="6" marL="3200400" algn="l">
              <a:spcBef>
                <a:spcPts val="320"/>
              </a:spcBef>
              <a:spcAft>
                <a:spcPts val="0"/>
              </a:spcAft>
              <a:buClr>
                <a:srgbClr val="666699"/>
              </a:buClr>
              <a:buSzPts val="1600"/>
              <a:buFont typeface="Lucida Sans"/>
              <a:buNone/>
              <a:defRPr b="1" sz="1600"/>
            </a:lvl7pPr>
            <a:lvl8pPr indent="-228600" lvl="7" marL="3657600" algn="l">
              <a:spcBef>
                <a:spcPts val="320"/>
              </a:spcBef>
              <a:spcAft>
                <a:spcPts val="0"/>
              </a:spcAft>
              <a:buClr>
                <a:srgbClr val="666699"/>
              </a:buClr>
              <a:buSzPts val="1600"/>
              <a:buFont typeface="Lucida Sans"/>
              <a:buNone/>
              <a:defRPr b="1" sz="1600"/>
            </a:lvl8pPr>
            <a:lvl9pPr indent="-228600" lvl="8" marL="4114800" algn="l">
              <a:spcBef>
                <a:spcPts val="320"/>
              </a:spcBef>
              <a:spcAft>
                <a:spcPts val="0"/>
              </a:spcAft>
              <a:buClr>
                <a:srgbClr val="666699"/>
              </a:buClr>
              <a:buSzPts val="1600"/>
              <a:buFont typeface="Lucida Sans"/>
              <a:buNone/>
              <a:defRPr b="1" sz="1600"/>
            </a:lvl9pPr>
          </a:lstStyle>
          <a:p/>
        </p:txBody>
      </p:sp>
      <p:sp>
        <p:nvSpPr>
          <p:cNvPr id="69" name="Google Shape;69;p7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accent2"/>
              </a:buClr>
              <a:buSzPts val="2400"/>
              <a:buFont typeface="Lucida Sans"/>
              <a:buChar char="•"/>
              <a:defRPr sz="2400"/>
            </a:lvl1pPr>
            <a:lvl2pPr indent="-355600" lvl="1" marL="914400" algn="l">
              <a:spcBef>
                <a:spcPts val="400"/>
              </a:spcBef>
              <a:spcAft>
                <a:spcPts val="0"/>
              </a:spcAft>
              <a:buClr>
                <a:schemeClr val="accent2"/>
              </a:buClr>
              <a:buSzPts val="2000"/>
              <a:buFont typeface="Lucida Sans"/>
              <a:buChar char="–"/>
              <a:defRPr sz="2000"/>
            </a:lvl2pPr>
            <a:lvl3pPr indent="-342900" lvl="2" marL="1371600" algn="l">
              <a:spcBef>
                <a:spcPts val="360"/>
              </a:spcBef>
              <a:spcAft>
                <a:spcPts val="0"/>
              </a:spcAft>
              <a:buClr>
                <a:srgbClr val="666699"/>
              </a:buClr>
              <a:buSzPts val="1800"/>
              <a:buFont typeface="Lucida Sans"/>
              <a:buChar char="•"/>
              <a:defRPr sz="1800"/>
            </a:lvl3pPr>
            <a:lvl4pPr indent="-330200" lvl="3" marL="1828800" algn="l">
              <a:spcBef>
                <a:spcPts val="320"/>
              </a:spcBef>
              <a:spcAft>
                <a:spcPts val="0"/>
              </a:spcAft>
              <a:buClr>
                <a:schemeClr val="accent2"/>
              </a:buClr>
              <a:buSzPts val="1600"/>
              <a:buFont typeface="Lucida Sans"/>
              <a:buChar char="–"/>
              <a:defRPr sz="1600"/>
            </a:lvl4pPr>
            <a:lvl5pPr indent="-330200" lvl="4" marL="2286000" algn="l">
              <a:spcBef>
                <a:spcPts val="320"/>
              </a:spcBef>
              <a:spcAft>
                <a:spcPts val="0"/>
              </a:spcAft>
              <a:buClr>
                <a:srgbClr val="666699"/>
              </a:buClr>
              <a:buSzPts val="1600"/>
              <a:buFont typeface="Lucida Sans"/>
              <a:buChar char="»"/>
              <a:defRPr sz="1600"/>
            </a:lvl5pPr>
            <a:lvl6pPr indent="-330200" lvl="5" marL="2743200" algn="l">
              <a:spcBef>
                <a:spcPts val="320"/>
              </a:spcBef>
              <a:spcAft>
                <a:spcPts val="0"/>
              </a:spcAft>
              <a:buClr>
                <a:srgbClr val="666699"/>
              </a:buClr>
              <a:buSzPts val="1600"/>
              <a:buFont typeface="Lucida Sans"/>
              <a:buChar char="»"/>
              <a:defRPr sz="1600"/>
            </a:lvl6pPr>
            <a:lvl7pPr indent="-330200" lvl="6" marL="3200400" algn="l">
              <a:spcBef>
                <a:spcPts val="320"/>
              </a:spcBef>
              <a:spcAft>
                <a:spcPts val="0"/>
              </a:spcAft>
              <a:buClr>
                <a:srgbClr val="666699"/>
              </a:buClr>
              <a:buSzPts val="1600"/>
              <a:buFont typeface="Lucida Sans"/>
              <a:buChar char="»"/>
              <a:defRPr sz="1600"/>
            </a:lvl7pPr>
            <a:lvl8pPr indent="-330200" lvl="7" marL="3657600" algn="l">
              <a:spcBef>
                <a:spcPts val="320"/>
              </a:spcBef>
              <a:spcAft>
                <a:spcPts val="0"/>
              </a:spcAft>
              <a:buClr>
                <a:srgbClr val="666699"/>
              </a:buClr>
              <a:buSzPts val="1600"/>
              <a:buFont typeface="Lucida Sans"/>
              <a:buChar char="»"/>
              <a:defRPr sz="1600"/>
            </a:lvl8pPr>
            <a:lvl9pPr indent="-330200" lvl="8" marL="4114800" algn="l">
              <a:spcBef>
                <a:spcPts val="320"/>
              </a:spcBef>
              <a:spcAft>
                <a:spcPts val="0"/>
              </a:spcAft>
              <a:buClr>
                <a:srgbClr val="666699"/>
              </a:buClr>
              <a:buSzPts val="1600"/>
              <a:buFont typeface="Lucida Sans"/>
              <a:buChar char="»"/>
              <a:defRPr sz="1600"/>
            </a:lvl9pPr>
          </a:lstStyle>
          <a:p/>
        </p:txBody>
      </p:sp>
      <p:sp>
        <p:nvSpPr>
          <p:cNvPr id="70" name="Google Shape;70;p74"/>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4"/>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2" name="Shape 72"/>
        <p:cNvGrpSpPr/>
        <p:nvPr/>
      </p:nvGrpSpPr>
      <p:grpSpPr>
        <a:xfrm>
          <a:off x="0" y="0"/>
          <a:ext cx="0" cy="0"/>
          <a:chOff x="0" y="0"/>
          <a:chExt cx="0" cy="0"/>
        </a:xfrm>
      </p:grpSpPr>
      <p:sp>
        <p:nvSpPr>
          <p:cNvPr id="73" name="Google Shape;73;p7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5"/>
          <p:cNvSpPr txBox="1"/>
          <p:nvPr>
            <p:ph idx="1" type="body"/>
          </p:nvPr>
        </p:nvSpPr>
        <p:spPr>
          <a:xfrm>
            <a:off x="609600" y="1600200"/>
            <a:ext cx="4000500" cy="45720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accent2"/>
              </a:buClr>
              <a:buSzPts val="2800"/>
              <a:buFont typeface="Lucida Sans"/>
              <a:buChar char="•"/>
              <a:defRPr sz="2800"/>
            </a:lvl1pPr>
            <a:lvl2pPr indent="-381000" lvl="1" marL="914400" algn="l">
              <a:spcBef>
                <a:spcPts val="480"/>
              </a:spcBef>
              <a:spcAft>
                <a:spcPts val="0"/>
              </a:spcAft>
              <a:buClr>
                <a:schemeClr val="accent2"/>
              </a:buClr>
              <a:buSzPts val="2400"/>
              <a:buFont typeface="Lucida Sans"/>
              <a:buChar char="–"/>
              <a:defRPr sz="2400"/>
            </a:lvl2pPr>
            <a:lvl3pPr indent="-355600" lvl="2" marL="1371600" algn="l">
              <a:spcBef>
                <a:spcPts val="400"/>
              </a:spcBef>
              <a:spcAft>
                <a:spcPts val="0"/>
              </a:spcAft>
              <a:buClr>
                <a:srgbClr val="666699"/>
              </a:buClr>
              <a:buSzPts val="2000"/>
              <a:buFont typeface="Lucida Sans"/>
              <a:buChar char="•"/>
              <a:defRPr sz="2000"/>
            </a:lvl3pPr>
            <a:lvl4pPr indent="-342900" lvl="3" marL="1828800" algn="l">
              <a:spcBef>
                <a:spcPts val="360"/>
              </a:spcBef>
              <a:spcAft>
                <a:spcPts val="0"/>
              </a:spcAft>
              <a:buClr>
                <a:schemeClr val="accent2"/>
              </a:buClr>
              <a:buSzPts val="1800"/>
              <a:buFont typeface="Lucida Sans"/>
              <a:buChar char="–"/>
              <a:defRPr sz="1800"/>
            </a:lvl4pPr>
            <a:lvl5pPr indent="-342900" lvl="4" marL="2286000" algn="l">
              <a:spcBef>
                <a:spcPts val="360"/>
              </a:spcBef>
              <a:spcAft>
                <a:spcPts val="0"/>
              </a:spcAft>
              <a:buClr>
                <a:srgbClr val="666699"/>
              </a:buClr>
              <a:buSzPts val="1800"/>
              <a:buFont typeface="Lucida Sans"/>
              <a:buChar char="»"/>
              <a:defRPr sz="1800"/>
            </a:lvl5pPr>
            <a:lvl6pPr indent="-342900" lvl="5" marL="2743200" algn="l">
              <a:spcBef>
                <a:spcPts val="360"/>
              </a:spcBef>
              <a:spcAft>
                <a:spcPts val="0"/>
              </a:spcAft>
              <a:buClr>
                <a:srgbClr val="666699"/>
              </a:buClr>
              <a:buSzPts val="1800"/>
              <a:buFont typeface="Lucida Sans"/>
              <a:buChar char="»"/>
              <a:defRPr sz="1800"/>
            </a:lvl6pPr>
            <a:lvl7pPr indent="-342900" lvl="6" marL="3200400" algn="l">
              <a:spcBef>
                <a:spcPts val="360"/>
              </a:spcBef>
              <a:spcAft>
                <a:spcPts val="0"/>
              </a:spcAft>
              <a:buClr>
                <a:srgbClr val="666699"/>
              </a:buClr>
              <a:buSzPts val="1800"/>
              <a:buFont typeface="Lucida Sans"/>
              <a:buChar char="»"/>
              <a:defRPr sz="1800"/>
            </a:lvl7pPr>
            <a:lvl8pPr indent="-342900" lvl="7" marL="3657600" algn="l">
              <a:spcBef>
                <a:spcPts val="360"/>
              </a:spcBef>
              <a:spcAft>
                <a:spcPts val="0"/>
              </a:spcAft>
              <a:buClr>
                <a:srgbClr val="666699"/>
              </a:buClr>
              <a:buSzPts val="1800"/>
              <a:buFont typeface="Lucida Sans"/>
              <a:buChar char="»"/>
              <a:defRPr sz="1800"/>
            </a:lvl8pPr>
            <a:lvl9pPr indent="-342900" lvl="8" marL="4114800" algn="l">
              <a:spcBef>
                <a:spcPts val="360"/>
              </a:spcBef>
              <a:spcAft>
                <a:spcPts val="0"/>
              </a:spcAft>
              <a:buClr>
                <a:srgbClr val="666699"/>
              </a:buClr>
              <a:buSzPts val="1800"/>
              <a:buFont typeface="Lucida Sans"/>
              <a:buChar char="»"/>
              <a:defRPr sz="1800"/>
            </a:lvl9pPr>
          </a:lstStyle>
          <a:p/>
        </p:txBody>
      </p:sp>
      <p:sp>
        <p:nvSpPr>
          <p:cNvPr id="75" name="Google Shape;75;p75"/>
          <p:cNvSpPr txBox="1"/>
          <p:nvPr>
            <p:ph idx="2" type="body"/>
          </p:nvPr>
        </p:nvSpPr>
        <p:spPr>
          <a:xfrm>
            <a:off x="4762500" y="1600200"/>
            <a:ext cx="4000500" cy="45720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accent2"/>
              </a:buClr>
              <a:buSzPts val="2800"/>
              <a:buFont typeface="Lucida Sans"/>
              <a:buChar char="•"/>
              <a:defRPr sz="2800"/>
            </a:lvl1pPr>
            <a:lvl2pPr indent="-381000" lvl="1" marL="914400" algn="l">
              <a:spcBef>
                <a:spcPts val="480"/>
              </a:spcBef>
              <a:spcAft>
                <a:spcPts val="0"/>
              </a:spcAft>
              <a:buClr>
                <a:schemeClr val="accent2"/>
              </a:buClr>
              <a:buSzPts val="2400"/>
              <a:buFont typeface="Lucida Sans"/>
              <a:buChar char="–"/>
              <a:defRPr sz="2400"/>
            </a:lvl2pPr>
            <a:lvl3pPr indent="-355600" lvl="2" marL="1371600" algn="l">
              <a:spcBef>
                <a:spcPts val="400"/>
              </a:spcBef>
              <a:spcAft>
                <a:spcPts val="0"/>
              </a:spcAft>
              <a:buClr>
                <a:srgbClr val="666699"/>
              </a:buClr>
              <a:buSzPts val="2000"/>
              <a:buFont typeface="Lucida Sans"/>
              <a:buChar char="•"/>
              <a:defRPr sz="2000"/>
            </a:lvl3pPr>
            <a:lvl4pPr indent="-342900" lvl="3" marL="1828800" algn="l">
              <a:spcBef>
                <a:spcPts val="360"/>
              </a:spcBef>
              <a:spcAft>
                <a:spcPts val="0"/>
              </a:spcAft>
              <a:buClr>
                <a:schemeClr val="accent2"/>
              </a:buClr>
              <a:buSzPts val="1800"/>
              <a:buFont typeface="Lucida Sans"/>
              <a:buChar char="–"/>
              <a:defRPr sz="1800"/>
            </a:lvl4pPr>
            <a:lvl5pPr indent="-342900" lvl="4" marL="2286000" algn="l">
              <a:spcBef>
                <a:spcPts val="360"/>
              </a:spcBef>
              <a:spcAft>
                <a:spcPts val="0"/>
              </a:spcAft>
              <a:buClr>
                <a:srgbClr val="666699"/>
              </a:buClr>
              <a:buSzPts val="1800"/>
              <a:buFont typeface="Lucida Sans"/>
              <a:buChar char="»"/>
              <a:defRPr sz="1800"/>
            </a:lvl5pPr>
            <a:lvl6pPr indent="-342900" lvl="5" marL="2743200" algn="l">
              <a:spcBef>
                <a:spcPts val="360"/>
              </a:spcBef>
              <a:spcAft>
                <a:spcPts val="0"/>
              </a:spcAft>
              <a:buClr>
                <a:srgbClr val="666699"/>
              </a:buClr>
              <a:buSzPts val="1800"/>
              <a:buFont typeface="Lucida Sans"/>
              <a:buChar char="»"/>
              <a:defRPr sz="1800"/>
            </a:lvl6pPr>
            <a:lvl7pPr indent="-342900" lvl="6" marL="3200400" algn="l">
              <a:spcBef>
                <a:spcPts val="360"/>
              </a:spcBef>
              <a:spcAft>
                <a:spcPts val="0"/>
              </a:spcAft>
              <a:buClr>
                <a:srgbClr val="666699"/>
              </a:buClr>
              <a:buSzPts val="1800"/>
              <a:buFont typeface="Lucida Sans"/>
              <a:buChar char="»"/>
              <a:defRPr sz="1800"/>
            </a:lvl7pPr>
            <a:lvl8pPr indent="-342900" lvl="7" marL="3657600" algn="l">
              <a:spcBef>
                <a:spcPts val="360"/>
              </a:spcBef>
              <a:spcAft>
                <a:spcPts val="0"/>
              </a:spcAft>
              <a:buClr>
                <a:srgbClr val="666699"/>
              </a:buClr>
              <a:buSzPts val="1800"/>
              <a:buFont typeface="Lucida Sans"/>
              <a:buChar char="»"/>
              <a:defRPr sz="1800"/>
            </a:lvl8pPr>
            <a:lvl9pPr indent="-342900" lvl="8" marL="4114800" algn="l">
              <a:spcBef>
                <a:spcPts val="360"/>
              </a:spcBef>
              <a:spcAft>
                <a:spcPts val="0"/>
              </a:spcAft>
              <a:buClr>
                <a:srgbClr val="666699"/>
              </a:buClr>
              <a:buSzPts val="1800"/>
              <a:buFont typeface="Lucida Sans"/>
              <a:buChar char="»"/>
              <a:defRPr sz="1800"/>
            </a:lvl9pPr>
          </a:lstStyle>
          <a:p/>
        </p:txBody>
      </p:sp>
      <p:sp>
        <p:nvSpPr>
          <p:cNvPr id="76" name="Google Shape;76;p75"/>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5"/>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7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accent2"/>
              </a:buClr>
              <a:buSzPts val="2000"/>
              <a:buFont typeface="Lucida Sans"/>
              <a:buNone/>
              <a:defRPr sz="2000"/>
            </a:lvl1pPr>
            <a:lvl2pPr indent="-228600" lvl="1" marL="914400" algn="l">
              <a:spcBef>
                <a:spcPts val="360"/>
              </a:spcBef>
              <a:spcAft>
                <a:spcPts val="0"/>
              </a:spcAft>
              <a:buClr>
                <a:schemeClr val="accent2"/>
              </a:buClr>
              <a:buSzPts val="1800"/>
              <a:buFont typeface="Lucida Sans"/>
              <a:buNone/>
              <a:defRPr sz="1800"/>
            </a:lvl2pPr>
            <a:lvl3pPr indent="-228600" lvl="2" marL="1371600" algn="l">
              <a:spcBef>
                <a:spcPts val="320"/>
              </a:spcBef>
              <a:spcAft>
                <a:spcPts val="0"/>
              </a:spcAft>
              <a:buClr>
                <a:srgbClr val="666699"/>
              </a:buClr>
              <a:buSzPts val="1600"/>
              <a:buFont typeface="Lucida Sans"/>
              <a:buNone/>
              <a:defRPr sz="1600"/>
            </a:lvl3pPr>
            <a:lvl4pPr indent="-228600" lvl="3" marL="1828800" algn="l">
              <a:spcBef>
                <a:spcPts val="280"/>
              </a:spcBef>
              <a:spcAft>
                <a:spcPts val="0"/>
              </a:spcAft>
              <a:buClr>
                <a:schemeClr val="accent2"/>
              </a:buClr>
              <a:buSzPts val="1400"/>
              <a:buFont typeface="Lucida Sans"/>
              <a:buNone/>
              <a:defRPr sz="1400"/>
            </a:lvl4pPr>
            <a:lvl5pPr indent="-228600" lvl="4" marL="2286000" algn="l">
              <a:spcBef>
                <a:spcPts val="280"/>
              </a:spcBef>
              <a:spcAft>
                <a:spcPts val="0"/>
              </a:spcAft>
              <a:buClr>
                <a:srgbClr val="666699"/>
              </a:buClr>
              <a:buSzPts val="1400"/>
              <a:buFont typeface="Lucida Sans"/>
              <a:buNone/>
              <a:defRPr sz="1400"/>
            </a:lvl5pPr>
            <a:lvl6pPr indent="-228600" lvl="5" marL="2743200" algn="l">
              <a:spcBef>
                <a:spcPts val="280"/>
              </a:spcBef>
              <a:spcAft>
                <a:spcPts val="0"/>
              </a:spcAft>
              <a:buClr>
                <a:srgbClr val="666699"/>
              </a:buClr>
              <a:buSzPts val="1400"/>
              <a:buFont typeface="Lucida Sans"/>
              <a:buNone/>
              <a:defRPr sz="1400"/>
            </a:lvl6pPr>
            <a:lvl7pPr indent="-228600" lvl="6" marL="3200400" algn="l">
              <a:spcBef>
                <a:spcPts val="280"/>
              </a:spcBef>
              <a:spcAft>
                <a:spcPts val="0"/>
              </a:spcAft>
              <a:buClr>
                <a:srgbClr val="666699"/>
              </a:buClr>
              <a:buSzPts val="1400"/>
              <a:buFont typeface="Lucida Sans"/>
              <a:buNone/>
              <a:defRPr sz="1400"/>
            </a:lvl7pPr>
            <a:lvl8pPr indent="-228600" lvl="7" marL="3657600" algn="l">
              <a:spcBef>
                <a:spcPts val="280"/>
              </a:spcBef>
              <a:spcAft>
                <a:spcPts val="0"/>
              </a:spcAft>
              <a:buClr>
                <a:srgbClr val="666699"/>
              </a:buClr>
              <a:buSzPts val="1400"/>
              <a:buFont typeface="Lucida Sans"/>
              <a:buNone/>
              <a:defRPr sz="1400"/>
            </a:lvl8pPr>
            <a:lvl9pPr indent="-228600" lvl="8" marL="4114800" algn="l">
              <a:spcBef>
                <a:spcPts val="280"/>
              </a:spcBef>
              <a:spcAft>
                <a:spcPts val="0"/>
              </a:spcAft>
              <a:buClr>
                <a:srgbClr val="666699"/>
              </a:buClr>
              <a:buSzPts val="1400"/>
              <a:buFont typeface="Lucida Sans"/>
              <a:buNone/>
              <a:defRPr sz="1400"/>
            </a:lvl9pPr>
          </a:lstStyle>
          <a:p/>
        </p:txBody>
      </p:sp>
      <p:sp>
        <p:nvSpPr>
          <p:cNvPr id="81" name="Google Shape;81;p76"/>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6"/>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3"/>
          <p:cNvSpPr txBox="1"/>
          <p:nvPr/>
        </p:nvSpPr>
        <p:spPr>
          <a:xfrm>
            <a:off x="6073775" y="6564312"/>
            <a:ext cx="15589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200"/>
              <a:buFont typeface="Courier"/>
              <a:buNone/>
            </a:pPr>
            <a:r>
              <a:rPr b="0" i="0" lang="en-US" sz="1200" u="none" cap="none" strike="noStrike">
                <a:solidFill>
                  <a:schemeClr val="dk1"/>
                </a:solidFill>
                <a:latin typeface="Courier"/>
                <a:ea typeface="Courier"/>
                <a:cs typeface="Courier"/>
                <a:sym typeface="Courier"/>
              </a:rPr>
              <a:t>ISBN </a:t>
            </a:r>
            <a:r>
              <a:rPr b="0" i="0" lang="en-US" sz="1200" u="none" cap="none" strike="noStrike">
                <a:solidFill>
                  <a:schemeClr val="dk1"/>
                </a:solidFill>
                <a:latin typeface="Times"/>
                <a:ea typeface="Times"/>
                <a:cs typeface="Times"/>
                <a:sym typeface="Times"/>
              </a:rPr>
              <a:t>0-321-49362-1</a:t>
            </a:r>
            <a:endParaRPr/>
          </a:p>
        </p:txBody>
      </p:sp>
      <p:pic>
        <p:nvPicPr>
          <p:cNvPr id="11" name="Google Shape;11;p63"/>
          <p:cNvPicPr preferRelativeResize="0"/>
          <p:nvPr/>
        </p:nvPicPr>
        <p:blipFill rotWithShape="1">
          <a:blip r:embed="rId1">
            <a:alphaModFix/>
          </a:blip>
          <a:srcRect b="0" l="0" r="0" t="0"/>
          <a:stretch/>
        </p:blipFill>
        <p:spPr>
          <a:xfrm>
            <a:off x="4152900" y="0"/>
            <a:ext cx="4991100" cy="6172200"/>
          </a:xfrm>
          <a:prstGeom prst="rect">
            <a:avLst/>
          </a:prstGeom>
          <a:noFill/>
          <a:ln>
            <a:noFill/>
          </a:ln>
        </p:spPr>
      </p:pic>
      <p:sp>
        <p:nvSpPr>
          <p:cNvPr id="12" name="Google Shape;12;p6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1pPr>
            <a:lvl2pPr lvl="1"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2pPr>
            <a:lvl3pPr lvl="2"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3pPr>
            <a:lvl4pPr lvl="3"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4pPr>
            <a:lvl5pPr lvl="4"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5pPr>
            <a:lvl6pPr lvl="5"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6pPr>
            <a:lvl7pPr lvl="6"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7pPr>
            <a:lvl8pPr lvl="7"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8pPr>
            <a:lvl9pPr lvl="8"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9pPr>
          </a:lstStyle>
          <a:p/>
        </p:txBody>
      </p:sp>
      <p:sp>
        <p:nvSpPr>
          <p:cNvPr id="13" name="Google Shape;13;p63"/>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accent2"/>
              </a:buClr>
              <a:buSzPts val="2800"/>
              <a:buFont typeface="Lucida Sans"/>
              <a:buChar char="•"/>
              <a:defRPr b="0" i="0" sz="2800" u="none" cap="none" strike="noStrike">
                <a:solidFill>
                  <a:schemeClr val="accent2"/>
                </a:solidFill>
                <a:latin typeface="Lucida Sans"/>
                <a:ea typeface="Lucida Sans"/>
                <a:cs typeface="Lucida Sans"/>
                <a:sym typeface="Lucida Sans"/>
              </a:defRPr>
            </a:lvl1pPr>
            <a:lvl2pPr indent="-381000" lvl="1" marL="914400" marR="0" rtl="0" algn="l">
              <a:spcBef>
                <a:spcPts val="480"/>
              </a:spcBef>
              <a:spcAft>
                <a:spcPts val="0"/>
              </a:spcAft>
              <a:buClr>
                <a:schemeClr val="accent2"/>
              </a:buClr>
              <a:buSzPts val="2400"/>
              <a:buFont typeface="Lucida Sans"/>
              <a:buChar char="–"/>
              <a:defRPr b="0" i="0" sz="2400" u="none" cap="none" strike="noStrike">
                <a:solidFill>
                  <a:schemeClr val="accent2"/>
                </a:solidFill>
                <a:latin typeface="Lucida Sans"/>
                <a:ea typeface="Lucida Sans"/>
                <a:cs typeface="Lucida Sans"/>
                <a:sym typeface="Lucida Sans"/>
              </a:defRPr>
            </a:lvl2pPr>
            <a:lvl3pPr indent="-361950" lvl="2" marL="1371600" marR="0" rtl="0" algn="l">
              <a:spcBef>
                <a:spcPts val="420"/>
              </a:spcBef>
              <a:spcAft>
                <a:spcPts val="0"/>
              </a:spcAft>
              <a:buClr>
                <a:srgbClr val="666699"/>
              </a:buClr>
              <a:buSzPts val="2100"/>
              <a:buFont typeface="Lucida Sans"/>
              <a:buChar char="•"/>
              <a:defRPr b="0" i="0" sz="2100" u="none" cap="none" strike="noStrike">
                <a:solidFill>
                  <a:srgbClr val="666699"/>
                </a:solidFill>
                <a:latin typeface="Lucida Sans"/>
                <a:ea typeface="Lucida Sans"/>
                <a:cs typeface="Lucida Sans"/>
                <a:sym typeface="Lucida Sans"/>
              </a:defRPr>
            </a:lvl3pPr>
            <a:lvl4pPr indent="-342900" lvl="3" marL="1828800" marR="0" rtl="0" algn="l">
              <a:spcBef>
                <a:spcPts val="360"/>
              </a:spcBef>
              <a:spcAft>
                <a:spcPts val="0"/>
              </a:spcAft>
              <a:buClr>
                <a:schemeClr val="accent2"/>
              </a:buClr>
              <a:buSzPts val="1800"/>
              <a:buFont typeface="Lucida Sans"/>
              <a:buChar char="–"/>
              <a:defRPr b="0" i="0" sz="1800" u="none" cap="none" strike="noStrike">
                <a:solidFill>
                  <a:schemeClr val="accent2"/>
                </a:solidFill>
                <a:latin typeface="Lucida Sans"/>
                <a:ea typeface="Lucida Sans"/>
                <a:cs typeface="Lucida Sans"/>
                <a:sym typeface="Lucida Sans"/>
              </a:defRPr>
            </a:lvl4pPr>
            <a:lvl5pPr indent="-342900" lvl="4" marL="22860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5pPr>
            <a:lvl6pPr indent="-342900" lvl="5" marL="27432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6pPr>
            <a:lvl7pPr indent="-342900" lvl="6" marL="32004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7pPr>
            <a:lvl8pPr indent="-342900" lvl="7" marL="36576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8pPr>
            <a:lvl9pPr indent="-342900" lvl="8" marL="41148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6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1pPr>
            <a:lvl2pPr lvl="1"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2pPr>
            <a:lvl3pPr lvl="2"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3pPr>
            <a:lvl4pPr lvl="3"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4pPr>
            <a:lvl5pPr lvl="4"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5pPr>
            <a:lvl6pPr lvl="5"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6pPr>
            <a:lvl7pPr lvl="6"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7pPr>
            <a:lvl8pPr lvl="7"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8pPr>
            <a:lvl9pPr lvl="8" marR="0" rtl="0" algn="l">
              <a:spcBef>
                <a:spcPts val="0"/>
              </a:spcBef>
              <a:spcAft>
                <a:spcPts val="0"/>
              </a:spcAft>
              <a:buSzPts val="1400"/>
              <a:buNone/>
              <a:defRPr b="0" i="0" sz="3600" u="none" cap="none" strike="noStrike">
                <a:solidFill>
                  <a:srgbClr val="666699"/>
                </a:solidFill>
                <a:latin typeface="Lucida Sans"/>
                <a:ea typeface="Lucida Sans"/>
                <a:cs typeface="Lucida Sans"/>
                <a:sym typeface="Lucida Sans"/>
              </a:defRPr>
            </a:lvl9pPr>
          </a:lstStyle>
          <a:p/>
        </p:txBody>
      </p:sp>
      <p:sp>
        <p:nvSpPr>
          <p:cNvPr id="19" name="Google Shape;19;p65"/>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accent2"/>
              </a:buClr>
              <a:buSzPts val="2800"/>
              <a:buFont typeface="Lucida Sans"/>
              <a:buChar char="•"/>
              <a:defRPr b="0" i="0" sz="2800" u="none" cap="none" strike="noStrike">
                <a:solidFill>
                  <a:schemeClr val="accent2"/>
                </a:solidFill>
                <a:latin typeface="Lucida Sans"/>
                <a:ea typeface="Lucida Sans"/>
                <a:cs typeface="Lucida Sans"/>
                <a:sym typeface="Lucida Sans"/>
              </a:defRPr>
            </a:lvl1pPr>
            <a:lvl2pPr indent="-381000" lvl="1" marL="914400" marR="0" rtl="0" algn="l">
              <a:spcBef>
                <a:spcPts val="480"/>
              </a:spcBef>
              <a:spcAft>
                <a:spcPts val="0"/>
              </a:spcAft>
              <a:buClr>
                <a:schemeClr val="accent2"/>
              </a:buClr>
              <a:buSzPts val="2400"/>
              <a:buFont typeface="Lucida Sans"/>
              <a:buChar char="–"/>
              <a:defRPr b="0" i="0" sz="2400" u="none" cap="none" strike="noStrike">
                <a:solidFill>
                  <a:schemeClr val="accent2"/>
                </a:solidFill>
                <a:latin typeface="Lucida Sans"/>
                <a:ea typeface="Lucida Sans"/>
                <a:cs typeface="Lucida Sans"/>
                <a:sym typeface="Lucida Sans"/>
              </a:defRPr>
            </a:lvl2pPr>
            <a:lvl3pPr indent="-361950" lvl="2" marL="1371600" marR="0" rtl="0" algn="l">
              <a:spcBef>
                <a:spcPts val="420"/>
              </a:spcBef>
              <a:spcAft>
                <a:spcPts val="0"/>
              </a:spcAft>
              <a:buClr>
                <a:srgbClr val="666699"/>
              </a:buClr>
              <a:buSzPts val="2100"/>
              <a:buFont typeface="Lucida Sans"/>
              <a:buChar char="•"/>
              <a:defRPr b="0" i="0" sz="2100" u="none" cap="none" strike="noStrike">
                <a:solidFill>
                  <a:srgbClr val="666699"/>
                </a:solidFill>
                <a:latin typeface="Lucida Sans"/>
                <a:ea typeface="Lucida Sans"/>
                <a:cs typeface="Lucida Sans"/>
                <a:sym typeface="Lucida Sans"/>
              </a:defRPr>
            </a:lvl3pPr>
            <a:lvl4pPr indent="-342900" lvl="3" marL="1828800" marR="0" rtl="0" algn="l">
              <a:spcBef>
                <a:spcPts val="360"/>
              </a:spcBef>
              <a:spcAft>
                <a:spcPts val="0"/>
              </a:spcAft>
              <a:buClr>
                <a:schemeClr val="accent2"/>
              </a:buClr>
              <a:buSzPts val="1800"/>
              <a:buFont typeface="Lucida Sans"/>
              <a:buChar char="–"/>
              <a:defRPr b="0" i="0" sz="1800" u="none" cap="none" strike="noStrike">
                <a:solidFill>
                  <a:schemeClr val="accent2"/>
                </a:solidFill>
                <a:latin typeface="Lucida Sans"/>
                <a:ea typeface="Lucida Sans"/>
                <a:cs typeface="Lucida Sans"/>
                <a:sym typeface="Lucida Sans"/>
              </a:defRPr>
            </a:lvl4pPr>
            <a:lvl5pPr indent="-342900" lvl="4" marL="22860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5pPr>
            <a:lvl6pPr indent="-342900" lvl="5" marL="27432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6pPr>
            <a:lvl7pPr indent="-342900" lvl="6" marL="32004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7pPr>
            <a:lvl8pPr indent="-342900" lvl="7" marL="36576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8pPr>
            <a:lvl9pPr indent="-342900" lvl="8" marL="4114800" marR="0" rtl="0" algn="l">
              <a:spcBef>
                <a:spcPts val="360"/>
              </a:spcBef>
              <a:spcAft>
                <a:spcPts val="0"/>
              </a:spcAft>
              <a:buClr>
                <a:srgbClr val="666699"/>
              </a:buClr>
              <a:buSzPts val="1800"/>
              <a:buFont typeface="Lucida Sans"/>
              <a:buChar char="»"/>
              <a:defRPr b="0" i="0" sz="1800" u="none" cap="none" strike="noStrike">
                <a:solidFill>
                  <a:srgbClr val="666699"/>
                </a:solidFill>
                <a:latin typeface="Lucida Sans"/>
                <a:ea typeface="Lucida Sans"/>
                <a:cs typeface="Lucida Sans"/>
                <a:sym typeface="Lucida Sans"/>
              </a:defRPr>
            </a:lvl9pPr>
          </a:lstStyle>
          <a:p/>
        </p:txBody>
      </p:sp>
      <p:sp>
        <p:nvSpPr>
          <p:cNvPr id="20" name="Google Shape;20;p65"/>
          <p:cNvSpPr txBox="1"/>
          <p:nvPr>
            <p:ph idx="11" type="ftr"/>
          </p:nvPr>
        </p:nvSpPr>
        <p:spPr>
          <a:xfrm>
            <a:off x="685800" y="6248400"/>
            <a:ext cx="4191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SzPts val="1400"/>
              <a:buNone/>
              <a:defRPr b="0" i="0" sz="2400" u="none" cap="none" strike="noStrike">
                <a:solidFill>
                  <a:schemeClr val="dk1"/>
                </a:solidFill>
                <a:latin typeface="Times"/>
                <a:ea typeface="Times"/>
                <a:cs typeface="Times"/>
                <a:sym typeface="Times"/>
              </a:defRPr>
            </a:lvl9pPr>
          </a:lstStyle>
          <a:p/>
        </p:txBody>
      </p:sp>
      <p:sp>
        <p:nvSpPr>
          <p:cNvPr id="21" name="Google Shape;21;p65"/>
          <p:cNvSpPr txBox="1"/>
          <p:nvPr>
            <p:ph idx="12" type="sldNum"/>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1-</a:t>
            </a:r>
            <a:fld id="{00000000-1234-1234-1234-123412341234}" type="slidenum">
              <a:rPr lang="en-US"/>
              <a:t>‹#›</a:t>
            </a:fld>
            <a:endParaRPr sz="1400">
              <a:solidFill>
                <a:srgbClr val="000000"/>
              </a:solidFill>
            </a:endParaRPr>
          </a:p>
        </p:txBody>
      </p:sp>
      <p:cxnSp>
        <p:nvCxnSpPr>
          <p:cNvPr id="22" name="Google Shape;22;p65"/>
          <p:cNvCxnSpPr/>
          <p:nvPr/>
        </p:nvCxnSpPr>
        <p:spPr>
          <a:xfrm>
            <a:off x="609600" y="1524000"/>
            <a:ext cx="0" cy="0"/>
          </a:xfrm>
          <a:prstGeom prst="straightConnector1">
            <a:avLst/>
          </a:prstGeom>
          <a:noFill/>
          <a:ln cap="flat" cmpd="sng" w="9525">
            <a:solidFill>
              <a:schemeClr val="dk1"/>
            </a:solidFill>
            <a:prstDash val="solid"/>
            <a:miter lim="8000"/>
            <a:headEnd len="med" w="med" type="none"/>
            <a:tailEnd len="med" w="med" type="none"/>
          </a:ln>
        </p:spPr>
      </p:cxnSp>
      <p:cxnSp>
        <p:nvCxnSpPr>
          <p:cNvPr id="23" name="Google Shape;23;p65"/>
          <p:cNvCxnSpPr/>
          <p:nvPr/>
        </p:nvCxnSpPr>
        <p:spPr>
          <a:xfrm>
            <a:off x="609600" y="1219200"/>
            <a:ext cx="8153400" cy="0"/>
          </a:xfrm>
          <a:prstGeom prst="straightConnector1">
            <a:avLst/>
          </a:prstGeom>
          <a:noFill/>
          <a:ln cap="flat" cmpd="sng" w="57150">
            <a:solidFill>
              <a:srgbClr val="993300"/>
            </a:solidFill>
            <a:prstDash val="solid"/>
            <a:miter lim="8000"/>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381000" y="1371600"/>
            <a:ext cx="3657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2"/>
              </a:buClr>
              <a:buSzPts val="3600"/>
              <a:buFont typeface="Lucida Sans"/>
              <a:buNone/>
            </a:pPr>
            <a:r>
              <a:rPr b="1" i="0" lang="en-US" sz="3600" u="none">
                <a:solidFill>
                  <a:schemeClr val="accent2"/>
                </a:solidFill>
                <a:latin typeface="Lucida Sans"/>
                <a:ea typeface="Lucida Sans"/>
                <a:cs typeface="Lucida Sans"/>
                <a:sym typeface="Lucida Sans"/>
              </a:rPr>
              <a:t>Capítulo 3</a:t>
            </a:r>
            <a:endParaRPr/>
          </a:p>
        </p:txBody>
      </p:sp>
      <p:sp>
        <p:nvSpPr>
          <p:cNvPr id="89" name="Google Shape;89;p1"/>
          <p:cNvSpPr txBox="1"/>
          <p:nvPr>
            <p:ph idx="1" type="subTitle"/>
          </p:nvPr>
        </p:nvSpPr>
        <p:spPr>
          <a:xfrm>
            <a:off x="381000" y="3276600"/>
            <a:ext cx="3657600" cy="1752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CC3300"/>
              </a:buClr>
              <a:buSzPts val="2800"/>
              <a:buFont typeface="Lucida Sans"/>
              <a:buNone/>
            </a:pPr>
            <a:r>
              <a:rPr b="0" i="0" lang="en-US" sz="2800" u="none">
                <a:solidFill>
                  <a:srgbClr val="CC3300"/>
                </a:solidFill>
                <a:latin typeface="Lucida Sans"/>
                <a:ea typeface="Lucida Sans"/>
                <a:cs typeface="Lucida Sans"/>
                <a:sym typeface="Lucida Sans"/>
              </a:rPr>
              <a:t>Descrição da Sintaxe e da Semântica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96" name="Google Shape;96;p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97" name="Google Shape;97;p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Capítulo 3 - Tópicos</a:t>
            </a:r>
            <a:endParaRPr/>
          </a:p>
        </p:txBody>
      </p:sp>
      <p:sp>
        <p:nvSpPr>
          <p:cNvPr id="98" name="Google Shape;98;p2"/>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533400" lvl="0" marL="5334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Introdução</a:t>
            </a:r>
            <a:endParaRPr/>
          </a:p>
          <a:p>
            <a:pPr indent="-533400" lvl="0" marL="5334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O Problema Geral de Descrever Sintaxe</a:t>
            </a:r>
            <a:endParaRPr/>
          </a:p>
          <a:p>
            <a:pPr indent="-533400" lvl="0" marL="5334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Métodos Formais para Descrever Sintaxe</a:t>
            </a:r>
            <a:endParaRPr/>
          </a:p>
          <a:p>
            <a:pPr indent="-533400" lvl="0" marL="5334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Gramáticas de Atributos</a:t>
            </a:r>
            <a:endParaRPr/>
          </a:p>
          <a:p>
            <a:pPr indent="-533400" lvl="0" marL="5334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Descrição do Significado de Programas: Semântica Dinâmica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05" name="Google Shape;105;p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06" name="Google Shape;106;p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Introdução</a:t>
            </a:r>
            <a:endParaRPr/>
          </a:p>
        </p:txBody>
      </p:sp>
      <p:sp>
        <p:nvSpPr>
          <p:cNvPr id="107" name="Google Shape;107;p3"/>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800"/>
              <a:buFont typeface="Lucida Sans"/>
              <a:buChar char="•"/>
            </a:pPr>
            <a:r>
              <a:rPr b="1" i="0" lang="en-US" sz="2800" u="none">
                <a:solidFill>
                  <a:schemeClr val="accent2"/>
                </a:solidFill>
                <a:latin typeface="Lucida Sans"/>
                <a:ea typeface="Lucida Sans"/>
                <a:cs typeface="Lucida Sans"/>
                <a:sym typeface="Lucida Sans"/>
              </a:rPr>
              <a:t>Sintaxe:</a:t>
            </a:r>
            <a:r>
              <a:rPr b="0" i="0" lang="en-US" sz="2800" u="none">
                <a:solidFill>
                  <a:schemeClr val="accent2"/>
                </a:solidFill>
                <a:latin typeface="Lucida Sans"/>
                <a:ea typeface="Lucida Sans"/>
                <a:cs typeface="Lucida Sans"/>
                <a:sym typeface="Lucida Sans"/>
              </a:rPr>
              <a:t> a forma ou estrutura das expressões, atribuições e unidades do programa</a:t>
            </a:r>
            <a:endParaRPr/>
          </a:p>
          <a:p>
            <a:pPr indent="-342900" lvl="0" marL="342900" rtl="0" algn="l">
              <a:lnSpc>
                <a:spcPct val="90000"/>
              </a:lnSpc>
              <a:spcBef>
                <a:spcPts val="560"/>
              </a:spcBef>
              <a:spcAft>
                <a:spcPts val="0"/>
              </a:spcAft>
              <a:buClr>
                <a:schemeClr val="accent2"/>
              </a:buClr>
              <a:buSzPts val="2800"/>
              <a:buFont typeface="Lucida Sans"/>
              <a:buChar char="•"/>
            </a:pPr>
            <a:r>
              <a:rPr b="1" i="0" lang="en-US" sz="2800" u="none">
                <a:solidFill>
                  <a:schemeClr val="accent2"/>
                </a:solidFill>
                <a:latin typeface="Lucida Sans"/>
                <a:ea typeface="Lucida Sans"/>
                <a:cs typeface="Lucida Sans"/>
                <a:sym typeface="Lucida Sans"/>
              </a:rPr>
              <a:t>Semântica:</a:t>
            </a:r>
            <a:r>
              <a:rPr b="0" i="0" lang="en-US" sz="2800" u="none">
                <a:solidFill>
                  <a:schemeClr val="accent2"/>
                </a:solidFill>
                <a:latin typeface="Lucida Sans"/>
                <a:ea typeface="Lucida Sans"/>
                <a:cs typeface="Lucida Sans"/>
                <a:sym typeface="Lucida Sans"/>
              </a:rPr>
              <a:t> o significado das expressões, atribuições e unidades do programa</a:t>
            </a:r>
            <a:endParaRPr/>
          </a:p>
          <a:p>
            <a:pPr indent="-342900" lvl="0" marL="342900" rtl="0" algn="l">
              <a:lnSpc>
                <a:spcPct val="9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 Sintaxe e a Semântica caracterizam a definição de uma LP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14" name="Google Shape;114;p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15" name="Google Shape;115;p4"/>
          <p:cNvSpPr txBox="1"/>
          <p:nvPr>
            <p:ph type="title"/>
          </p:nvPr>
        </p:nvSpPr>
        <p:spPr>
          <a:xfrm>
            <a:off x="609600" y="1524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O Problema Geral de Descrever Sintaxe: Terminologia</a:t>
            </a:r>
            <a:endParaRPr/>
          </a:p>
        </p:txBody>
      </p:sp>
      <p:sp>
        <p:nvSpPr>
          <p:cNvPr id="116" name="Google Shape;116;p4"/>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Sentença é uma cadeira de caracteres sobre um alfabeto</a:t>
            </a:r>
            <a:endParaRPr/>
          </a:p>
          <a:p>
            <a:pPr indent="-165100" lvl="0" marL="342900" rtl="0" algn="l">
              <a:lnSpc>
                <a:spcPct val="9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9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Linguagem é um conjunto de sentenças</a:t>
            </a:r>
            <a:endParaRPr/>
          </a:p>
          <a:p>
            <a:pPr indent="-342900" lvl="0" marL="342900" rtl="0" algn="l">
              <a:lnSpc>
                <a:spcPct val="9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9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Lexema é a unidade sintática mais baixa de uma linguagem</a:t>
            </a:r>
            <a:endParaRPr/>
          </a:p>
          <a:p>
            <a:pPr indent="-342900" lvl="0" marL="342900" rtl="0" algn="l">
              <a:lnSpc>
                <a:spcPct val="9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9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Token é uma categoria de lexemas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23" name="Google Shape;123;p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24" name="Google Shape;124;p5"/>
          <p:cNvSpPr txBox="1"/>
          <p:nvPr>
            <p:ph type="title"/>
          </p:nvPr>
        </p:nvSpPr>
        <p:spPr>
          <a:xfrm>
            <a:off x="609600" y="1524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O Problema Geral de Descrever Sintaxe: Terminologia</a:t>
            </a:r>
            <a:endParaRPr/>
          </a:p>
        </p:txBody>
      </p:sp>
      <p:sp>
        <p:nvSpPr>
          <p:cNvPr id="125" name="Google Shape;125;p5"/>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Index = 2 * count + 17;</a:t>
            </a:r>
            <a:endParaRPr/>
          </a:p>
          <a:p>
            <a:pPr indent="-342900" lvl="0" marL="342900" rtl="0" algn="l">
              <a:lnSpc>
                <a:spcPct val="90000"/>
              </a:lnSpc>
              <a:spcBef>
                <a:spcPts val="480"/>
              </a:spcBef>
              <a:spcAft>
                <a:spcPts val="0"/>
              </a:spcAft>
              <a:buClr>
                <a:schemeClr val="accent2"/>
              </a:buClr>
              <a:buSzPts val="2400"/>
              <a:buFont typeface="Lucida Sans"/>
              <a:buChar char="•"/>
            </a:pPr>
            <a:r>
              <a:rPr b="1" i="0" lang="en-US" sz="2400" u="none">
                <a:solidFill>
                  <a:schemeClr val="accent2"/>
                </a:solidFill>
                <a:latin typeface="Lucida Sans"/>
                <a:ea typeface="Lucida Sans"/>
                <a:cs typeface="Lucida Sans"/>
                <a:sym typeface="Lucida Sans"/>
              </a:rPr>
              <a:t>Lexemas				tokens</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Index				identificador</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					sinal_igualdade</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2					literal_inteiro</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					operador_mult</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Count				identificador</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					operador_add</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17					literal_inteiro</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					ponto vírgula</a:t>
            </a:r>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Tokens para identificadores podem ter vários lexemas, para outros apenas um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32" name="Google Shape;132;p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33" name="Google Shape;133;p6"/>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Definição Formal de Linguagens</a:t>
            </a:r>
            <a:endParaRPr/>
          </a:p>
        </p:txBody>
      </p:sp>
      <p:sp>
        <p:nvSpPr>
          <p:cNvPr id="134" name="Google Shape;134;p6"/>
          <p:cNvSpPr txBox="1"/>
          <p:nvPr>
            <p:ph idx="1" type="body"/>
          </p:nvPr>
        </p:nvSpPr>
        <p:spPr>
          <a:xfrm>
            <a:off x="609600" y="14478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400"/>
              <a:buFont typeface="Lucida Sans"/>
              <a:buChar char="•"/>
            </a:pPr>
            <a:r>
              <a:rPr b="1" i="0" lang="en-US" sz="2400" u="none">
                <a:solidFill>
                  <a:schemeClr val="accent2"/>
                </a:solidFill>
                <a:latin typeface="Lucida Sans"/>
                <a:ea typeface="Lucida Sans"/>
                <a:cs typeface="Lucida Sans"/>
                <a:sym typeface="Lucida Sans"/>
              </a:rPr>
              <a:t>Reconhecedores</a:t>
            </a:r>
            <a:endParaRPr b="0" i="0" sz="2400" u="none">
              <a:solidFill>
                <a:schemeClr val="accent2"/>
              </a:solidFill>
              <a:latin typeface="Lucida Sans"/>
              <a:ea typeface="Lucida Sans"/>
              <a:cs typeface="Lucida Sans"/>
              <a:sym typeface="Lucida Sans"/>
            </a:endParaRPr>
          </a:p>
          <a:p>
            <a:pPr indent="-285750" lvl="1" marL="74295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Mecanismo reconhecedor lê uma cadeia de entrada sobre um alfabeto de uma linguagem, e decide se a cadeia pertence ou não a linguagem</a:t>
            </a:r>
            <a:endParaRPr/>
          </a:p>
          <a:p>
            <a:pPr indent="-285750" lvl="1" marL="74295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Exemplo: análise sintática de um compilador (detalhada no Capítulo 4)</a:t>
            </a:r>
            <a:endParaRPr/>
          </a:p>
          <a:p>
            <a:pPr indent="-190500" lvl="0" marL="342900" rtl="0" algn="l">
              <a:lnSpc>
                <a:spcPct val="90000"/>
              </a:lnSpc>
              <a:spcBef>
                <a:spcPts val="480"/>
              </a:spcBef>
              <a:spcAft>
                <a:spcPts val="0"/>
              </a:spcAft>
              <a:buClr>
                <a:schemeClr val="accent2"/>
              </a:buClr>
              <a:buSzPts val="2400"/>
              <a:buFont typeface="Lucida Sans"/>
              <a:buNone/>
            </a:pPr>
            <a:r>
              <a:t/>
            </a:r>
            <a:endParaRPr b="1" i="0" sz="2400" u="none">
              <a:solidFill>
                <a:schemeClr val="accent2"/>
              </a:solidFill>
              <a:latin typeface="Lucida Sans"/>
              <a:ea typeface="Lucida Sans"/>
              <a:cs typeface="Lucida Sans"/>
              <a:sym typeface="Lucida Sans"/>
            </a:endParaRPr>
          </a:p>
          <a:p>
            <a:pPr indent="-342900" lvl="0" marL="342900" rtl="0" algn="l">
              <a:lnSpc>
                <a:spcPct val="90000"/>
              </a:lnSpc>
              <a:spcBef>
                <a:spcPts val="480"/>
              </a:spcBef>
              <a:spcAft>
                <a:spcPts val="0"/>
              </a:spcAft>
              <a:buClr>
                <a:schemeClr val="accent2"/>
              </a:buClr>
              <a:buSzPts val="2400"/>
              <a:buFont typeface="Lucida Sans"/>
              <a:buChar char="•"/>
            </a:pPr>
            <a:r>
              <a:rPr b="1" i="0" lang="en-US" sz="2400" u="none">
                <a:solidFill>
                  <a:schemeClr val="accent2"/>
                </a:solidFill>
                <a:latin typeface="Lucida Sans"/>
                <a:ea typeface="Lucida Sans"/>
                <a:cs typeface="Lucida Sans"/>
                <a:sym typeface="Lucida Sans"/>
              </a:rPr>
              <a:t>Geradores</a:t>
            </a:r>
            <a:endParaRPr b="0" i="0" sz="2400" u="none">
              <a:solidFill>
                <a:schemeClr val="accent2"/>
              </a:solidFill>
              <a:latin typeface="Lucida Sans"/>
              <a:ea typeface="Lucida Sans"/>
              <a:cs typeface="Lucida Sans"/>
              <a:sym typeface="Lucida Sans"/>
            </a:endParaRPr>
          </a:p>
          <a:p>
            <a:pPr indent="-285750" lvl="1" marL="74295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Mecanismo que gera as sentenças de uma linguagem</a:t>
            </a:r>
            <a:endParaRPr/>
          </a:p>
          <a:p>
            <a:pPr indent="-285750" lvl="1" marL="74295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Pode-se determinar se a sintaxe de uma sentença em particular está sintaticamente correta comparando-a com a estrutura do gerador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41" name="Google Shape;141;p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42" name="Google Shape;142;p7"/>
          <p:cNvSpPr txBox="1"/>
          <p:nvPr>
            <p:ph type="title"/>
          </p:nvPr>
        </p:nvSpPr>
        <p:spPr>
          <a:xfrm>
            <a:off x="0" y="381000"/>
            <a:ext cx="91440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and Gramáticas Livres de Contexto </a:t>
            </a:r>
            <a:endParaRPr/>
          </a:p>
        </p:txBody>
      </p:sp>
      <p:sp>
        <p:nvSpPr>
          <p:cNvPr id="143" name="Google Shape;143;p7"/>
          <p:cNvSpPr txBox="1"/>
          <p:nvPr>
            <p:ph idx="1" type="body"/>
          </p:nvPr>
        </p:nvSpPr>
        <p:spPr>
          <a:xfrm>
            <a:off x="533400" y="1447800"/>
            <a:ext cx="8610600" cy="4800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1" i="0" lang="en-US" sz="2800" u="none">
                <a:solidFill>
                  <a:schemeClr val="accent2"/>
                </a:solidFill>
                <a:latin typeface="Lucida Sans"/>
                <a:ea typeface="Lucida Sans"/>
                <a:cs typeface="Lucida Sans"/>
                <a:sym typeface="Lucida Sans"/>
              </a:rPr>
              <a:t>Gramáticas Livres de Contexto</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Desenvolvida por Noam Chomsky nos anos 50</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Geradores de linguagens para descrever a sintaxe de linguagens naturais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Define uma classe de linguagem, chamada de linguagem livre de contexto</a:t>
            </a:r>
            <a:endParaRPr/>
          </a:p>
          <a:p>
            <a:pPr indent="-285750" lvl="1" marL="74295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1" i="0" lang="en-US" sz="2800" u="none">
                <a:solidFill>
                  <a:schemeClr val="accent2"/>
                </a:solidFill>
                <a:latin typeface="Lucida Sans"/>
                <a:ea typeface="Lucida Sans"/>
                <a:cs typeface="Lucida Sans"/>
                <a:sym typeface="Lucida Sans"/>
              </a:rPr>
              <a:t>Forma Normal de Backus (FNB) (1959)</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Criada por John Backus para descrever a sintaxe do Algol 58</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FNB é equivalente as gramáticas livres de contexto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50" name="Google Shape;150;p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51" name="Google Shape;151;p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 Fundamentos</a:t>
            </a:r>
            <a:endParaRPr/>
          </a:p>
        </p:txBody>
      </p:sp>
      <p:sp>
        <p:nvSpPr>
          <p:cNvPr id="152" name="Google Shape;152;p8"/>
          <p:cNvSpPr txBox="1"/>
          <p:nvPr>
            <p:ph idx="1" type="body"/>
          </p:nvPr>
        </p:nvSpPr>
        <p:spPr>
          <a:xfrm>
            <a:off x="609600" y="1447800"/>
            <a:ext cx="8153400" cy="4029075"/>
          </a:xfrm>
          <a:prstGeom prst="rect">
            <a:avLst/>
          </a:prstGeom>
          <a:noFill/>
          <a:ln>
            <a:noFill/>
          </a:ln>
        </p:spPr>
        <p:txBody>
          <a:bodyPr anchorCtr="0" anchor="t" bIns="45700" lIns="91425" spcFirstLastPara="1" rIns="91425" wrap="square" tIns="45700">
            <a:noAutofit/>
          </a:bodyPr>
          <a:lstStyle/>
          <a:p>
            <a:pPr indent="-285750" lvl="1" marL="742950" rtl="0" algn="l">
              <a:lnSpc>
                <a:spcPct val="80000"/>
              </a:lnSpc>
              <a:spcBef>
                <a:spcPts val="0"/>
              </a:spcBef>
              <a:spcAft>
                <a:spcPts val="0"/>
              </a:spcAft>
              <a:buClr>
                <a:schemeClr val="accent2"/>
              </a:buClr>
              <a:buSzPts val="1200"/>
              <a:buFont typeface="Lucida Sans"/>
              <a:buNone/>
            </a:pPr>
            <a:r>
              <a:t/>
            </a:r>
            <a:endParaRPr b="0" i="0" sz="1200" u="none">
              <a:solidFill>
                <a:schemeClr val="accent2"/>
              </a:solidFill>
              <a:latin typeface="Lucida Sans"/>
              <a:ea typeface="Lucida Sans"/>
              <a:cs typeface="Lucida Sans"/>
              <a:sym typeface="Lucida Sans"/>
            </a:endParaRPr>
          </a:p>
          <a:p>
            <a:pPr indent="-342900" lvl="0" marL="342900" rtl="0" algn="l">
              <a:lnSpc>
                <a:spcPct val="8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Na FNB, abstrações são utilizadas para representar as classes de estruturas sintáticas – os chamados terminais e não terminais</a:t>
            </a:r>
            <a:endParaRPr/>
          </a:p>
          <a:p>
            <a:pPr indent="-190500" lvl="0" marL="342900" rtl="0" algn="l">
              <a:lnSpc>
                <a:spcPct val="80000"/>
              </a:lnSpc>
              <a:spcBef>
                <a:spcPts val="480"/>
              </a:spcBef>
              <a:spcAft>
                <a:spcPts val="0"/>
              </a:spcAft>
              <a:buClr>
                <a:schemeClr val="accent2"/>
              </a:buClr>
              <a:buSzPts val="2400"/>
              <a:buFont typeface="Lucida Sans"/>
              <a:buNone/>
            </a:pPr>
            <a:r>
              <a:t/>
            </a:r>
            <a:endParaRPr b="0" i="1" sz="2400" u="none">
              <a:solidFill>
                <a:schemeClr val="accent2"/>
              </a:solidFill>
              <a:latin typeface="Lucida Sans"/>
              <a:ea typeface="Lucida Sans"/>
              <a:cs typeface="Lucida Sans"/>
              <a:sym typeface="Lucida Sans"/>
            </a:endParaRPr>
          </a:p>
          <a:p>
            <a:pPr indent="-342900" lvl="0" marL="342900" rtl="0" algn="l">
              <a:lnSpc>
                <a:spcPct val="8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Terminais são os tokens ou lexemas</a:t>
            </a:r>
            <a:endParaRPr/>
          </a:p>
          <a:p>
            <a:pPr indent="-342900" lvl="0" marL="342900" rtl="0" algn="l">
              <a:lnSpc>
                <a:spcPct val="8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a:t>
            </a:r>
            <a:endParaRPr/>
          </a:p>
          <a:p>
            <a:pPr indent="-342900" lvl="0" marL="342900" rtl="0" algn="l">
              <a:lnSpc>
                <a:spcPct val="8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Uma regra, tem no lado esquerdo um não terminal e do lado direito terminais e/ou não terminais</a:t>
            </a:r>
            <a:endParaRPr b="0" i="0" sz="1400" u="none">
              <a:solidFill>
                <a:schemeClr val="accent2"/>
              </a:solidFill>
              <a:latin typeface="Lucida Sans"/>
              <a:ea typeface="Lucida Sans"/>
              <a:cs typeface="Lucida Sans"/>
              <a:sym typeface="Lucida Sans"/>
            </a:endParaRPr>
          </a:p>
          <a:p>
            <a:pPr indent="-342900" lvl="0" marL="342900" rtl="0" algn="l">
              <a:lnSpc>
                <a:spcPct val="8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 </a:t>
            </a:r>
            <a:r>
              <a:rPr b="0" i="0" lang="en-US" sz="2400" u="none">
                <a:solidFill>
                  <a:schemeClr val="accent2"/>
                </a:solidFill>
                <a:latin typeface="Arial"/>
                <a:ea typeface="Arial"/>
                <a:cs typeface="Arial"/>
                <a:sym typeface="Arial"/>
              </a:rPr>
              <a:t>→ aA</a:t>
            </a:r>
            <a:endParaRPr/>
          </a:p>
          <a:p>
            <a:pPr indent="-342900" lvl="0" marL="342900" rtl="0" algn="l">
              <a:lnSpc>
                <a:spcPct val="80000"/>
              </a:lnSpc>
              <a:spcBef>
                <a:spcPts val="480"/>
              </a:spcBef>
              <a:spcAft>
                <a:spcPts val="0"/>
              </a:spcAft>
              <a:buClr>
                <a:schemeClr val="accent2"/>
              </a:buClr>
              <a:buSzPts val="2400"/>
              <a:buFont typeface="Arial"/>
              <a:buChar char="•"/>
            </a:pPr>
            <a:r>
              <a:rPr b="0" i="0" lang="en-US" sz="2400" u="none">
                <a:solidFill>
                  <a:schemeClr val="accent2"/>
                </a:solidFill>
                <a:latin typeface="Arial"/>
                <a:ea typeface="Arial"/>
                <a:cs typeface="Arial"/>
                <a:sym typeface="Arial"/>
              </a:rPr>
              <a:t>A → aa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 Fundamentos</a:t>
            </a:r>
            <a:endParaRPr/>
          </a:p>
        </p:txBody>
      </p:sp>
      <p:sp>
        <p:nvSpPr>
          <p:cNvPr id="158" name="Google Shape;158;p9"/>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Não terminais são representados usado &lt; e &gt;</a:t>
            </a:r>
            <a:endParaRPr/>
          </a:p>
          <a:p>
            <a:pPr indent="-342900" lvl="0" marL="342900" marR="0" rtl="0" algn="l">
              <a:lnSpc>
                <a:spcPct val="8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Exemplos:</a:t>
            </a:r>
            <a:endParaRPr/>
          </a:p>
          <a:p>
            <a:pPr indent="-285750" lvl="1" marL="742950" marR="0" rtl="0" algn="l">
              <a:lnSpc>
                <a:spcPct val="8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Examples of BNF rules:</a:t>
            </a:r>
            <a:endParaRPr/>
          </a:p>
          <a:p>
            <a:pPr indent="-285750" lvl="1" marL="742950" marR="0" rtl="0" algn="l">
              <a:lnSpc>
                <a:spcPct val="80000"/>
              </a:lnSpc>
              <a:spcBef>
                <a:spcPts val="280"/>
              </a:spcBef>
              <a:spcAft>
                <a:spcPts val="0"/>
              </a:spcAft>
              <a:buClr>
                <a:schemeClr val="accent2"/>
              </a:buClr>
              <a:buSzPts val="1400"/>
              <a:buFont typeface="Lucida Sans"/>
              <a:buNone/>
            </a:pPr>
            <a:r>
              <a:t/>
            </a:r>
            <a:endParaRPr b="0" i="0" sz="1400" u="none" cap="none" strike="noStrike">
              <a:solidFill>
                <a:schemeClr val="accent2"/>
              </a:solidFill>
              <a:latin typeface="Lucida Sans"/>
              <a:ea typeface="Lucida Sans"/>
              <a:cs typeface="Lucida Sans"/>
              <a:sym typeface="Lucida Sans"/>
            </a:endParaRPr>
          </a:p>
          <a:p>
            <a:pPr indent="-285750" lvl="1" marL="742950" marR="0" rtl="0" algn="l">
              <a:lnSpc>
                <a:spcPct val="80000"/>
              </a:lnSpc>
              <a:spcBef>
                <a:spcPts val="360"/>
              </a:spcBef>
              <a:spcAft>
                <a:spcPts val="0"/>
              </a:spcAft>
              <a:buClr>
                <a:schemeClr val="accent2"/>
              </a:buClr>
              <a:buSzPts val="1400"/>
              <a:buFont typeface="Lucida Sans"/>
              <a:buNone/>
            </a:pPr>
            <a:r>
              <a:rPr b="0" i="0" lang="en-US" sz="1400" u="none" cap="none" strike="noStrike">
                <a:solidFill>
                  <a:schemeClr val="accent2"/>
                </a:solidFill>
                <a:latin typeface="Lucida Sans"/>
                <a:ea typeface="Lucida Sans"/>
                <a:cs typeface="Lucida Sans"/>
                <a:sym typeface="Lucida Sans"/>
              </a:rPr>
              <a:t>	</a:t>
            </a:r>
            <a:r>
              <a:rPr b="0" i="0" lang="en-US" sz="1800" u="none" cap="none" strike="noStrike">
                <a:solidFill>
                  <a:schemeClr val="accent2"/>
                </a:solidFill>
                <a:latin typeface="Courier New"/>
                <a:ea typeface="Courier New"/>
                <a:cs typeface="Courier New"/>
                <a:sym typeface="Courier New"/>
              </a:rPr>
              <a:t>&lt;ident_list&gt; → identifier | identifier, &lt;ident_list&gt;</a:t>
            </a:r>
            <a:endParaRPr/>
          </a:p>
          <a:p>
            <a:pPr indent="-285750" lvl="1" marL="742950" marR="0" rtl="0" algn="l">
              <a:lnSpc>
                <a:spcPct val="80000"/>
              </a:lnSpc>
              <a:spcBef>
                <a:spcPts val="360"/>
              </a:spcBef>
              <a:spcAft>
                <a:spcPts val="0"/>
              </a:spcAft>
              <a:buClr>
                <a:schemeClr val="accent2"/>
              </a:buClr>
              <a:buSzPts val="1800"/>
              <a:buFont typeface="Lucida Sans"/>
              <a:buNone/>
            </a:pPr>
            <a:r>
              <a:t/>
            </a:r>
            <a:endParaRPr b="0" i="0" sz="1800" u="none" cap="none" strike="noStrike">
              <a:solidFill>
                <a:schemeClr val="accent2"/>
              </a:solidFill>
              <a:latin typeface="Lucida Sans"/>
              <a:ea typeface="Lucida Sans"/>
              <a:cs typeface="Lucida Sans"/>
              <a:sym typeface="Lucida Sans"/>
            </a:endParaRPr>
          </a:p>
          <a:p>
            <a:pPr indent="-285750" lvl="1" marL="742950" marR="0" rtl="0" algn="l">
              <a:lnSpc>
                <a:spcPct val="80000"/>
              </a:lnSpc>
              <a:spcBef>
                <a:spcPts val="360"/>
              </a:spcBef>
              <a:spcAft>
                <a:spcPts val="0"/>
              </a:spcAft>
              <a:buClr>
                <a:schemeClr val="accent2"/>
              </a:buClr>
              <a:buSzPts val="1800"/>
              <a:buFont typeface="Lucida Sans"/>
              <a:buNone/>
            </a:pPr>
            <a:r>
              <a:rPr b="0" i="0" lang="en-US" sz="1800" u="none" cap="none" strike="noStrike">
                <a:solidFill>
                  <a:schemeClr val="accent2"/>
                </a:solidFill>
                <a:latin typeface="Lucida Sans"/>
                <a:ea typeface="Lucida Sans"/>
                <a:cs typeface="Lucida Sans"/>
                <a:sym typeface="Lucida Sans"/>
              </a:rPr>
              <a:t>	</a:t>
            </a:r>
            <a:r>
              <a:rPr b="0" i="0" lang="en-US" sz="1800" u="none" cap="none" strike="noStrike">
                <a:solidFill>
                  <a:schemeClr val="accent2"/>
                </a:solidFill>
                <a:latin typeface="Courier New"/>
                <a:ea typeface="Courier New"/>
                <a:cs typeface="Courier New"/>
                <a:sym typeface="Courier New"/>
              </a:rPr>
              <a:t>&lt;if_stmt&gt; → </a:t>
            </a:r>
            <a:r>
              <a:rPr b="1" i="0" lang="en-US" sz="1800" u="none" cap="none" strike="noStrike">
                <a:solidFill>
                  <a:schemeClr val="accent2"/>
                </a:solidFill>
                <a:latin typeface="Courier New"/>
                <a:ea typeface="Courier New"/>
                <a:cs typeface="Courier New"/>
                <a:sym typeface="Courier New"/>
              </a:rPr>
              <a:t>if</a:t>
            </a:r>
            <a:r>
              <a:rPr b="0" i="0" lang="en-US" sz="1800" u="none" cap="none" strike="noStrike">
                <a:solidFill>
                  <a:schemeClr val="accent2"/>
                </a:solidFill>
                <a:latin typeface="Courier New"/>
                <a:ea typeface="Courier New"/>
                <a:cs typeface="Courier New"/>
                <a:sym typeface="Courier New"/>
              </a:rPr>
              <a:t> &lt;logic_expr&gt; </a:t>
            </a:r>
            <a:r>
              <a:rPr b="1" i="0" lang="en-US" sz="1800" u="none" cap="none" strike="noStrike">
                <a:solidFill>
                  <a:schemeClr val="accent2"/>
                </a:solidFill>
                <a:latin typeface="Courier New"/>
                <a:ea typeface="Courier New"/>
                <a:cs typeface="Courier New"/>
                <a:sym typeface="Courier New"/>
              </a:rPr>
              <a:t>then</a:t>
            </a:r>
            <a:r>
              <a:rPr b="0" i="0" lang="en-US" sz="1800" u="none" cap="none" strike="noStrike">
                <a:solidFill>
                  <a:schemeClr val="accent2"/>
                </a:solidFill>
                <a:latin typeface="Courier New"/>
                <a:ea typeface="Courier New"/>
                <a:cs typeface="Courier New"/>
                <a:sym typeface="Courier New"/>
              </a:rPr>
              <a:t> &lt;stmt&gt;</a:t>
            </a:r>
            <a:endParaRPr/>
          </a:p>
          <a:p>
            <a:pPr indent="-285750" lvl="1" marL="742950" marR="0" rtl="0" algn="l">
              <a:lnSpc>
                <a:spcPct val="80000"/>
              </a:lnSpc>
              <a:spcBef>
                <a:spcPts val="240"/>
              </a:spcBef>
              <a:spcAft>
                <a:spcPts val="0"/>
              </a:spcAft>
              <a:buClr>
                <a:schemeClr val="accent2"/>
              </a:buClr>
              <a:buSzPts val="1200"/>
              <a:buFont typeface="Lucida Sans"/>
              <a:buNone/>
            </a:pPr>
            <a:r>
              <a:t/>
            </a:r>
            <a:endParaRPr b="0" i="0" sz="1200" u="none" cap="none" strike="noStrike">
              <a:solidFill>
                <a:schemeClr val="accent2"/>
              </a:solidFill>
              <a:latin typeface="Lucida Sans"/>
              <a:ea typeface="Lucida Sans"/>
              <a:cs typeface="Lucida Sans"/>
              <a:sym typeface="Lucida Sans"/>
            </a:endParaRPr>
          </a:p>
          <a:p>
            <a:pPr indent="-342900" lvl="0" marL="342900" marR="0" rtl="0" algn="l">
              <a:lnSpc>
                <a:spcPct val="8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Gramática: conjunto finito, não vazio de regras</a:t>
            </a:r>
            <a:endParaRPr/>
          </a:p>
          <a:p>
            <a:pPr indent="-190500" lvl="0" marL="342900" marR="0" rtl="0" algn="l">
              <a:lnSpc>
                <a:spcPct val="80000"/>
              </a:lnSpc>
              <a:spcBef>
                <a:spcPts val="480"/>
              </a:spcBef>
              <a:spcAft>
                <a:spcPts val="0"/>
              </a:spcAft>
              <a:buClr>
                <a:schemeClr val="accent2"/>
              </a:buClr>
              <a:buSzPts val="2400"/>
              <a:buFont typeface="Lucida Sans"/>
              <a:buNone/>
            </a:pPr>
            <a:r>
              <a:t/>
            </a:r>
            <a:endParaRPr b="0" i="0" sz="2400" u="none" cap="none" strike="noStrike">
              <a:solidFill>
                <a:schemeClr val="accent2"/>
              </a:solidFill>
              <a:latin typeface="Lucida Sans"/>
              <a:ea typeface="Lucida Sans"/>
              <a:cs typeface="Lucida Sans"/>
              <a:sym typeface="Lucida Sans"/>
            </a:endParaRPr>
          </a:p>
          <a:p>
            <a:pPr indent="-342900" lvl="0" marL="342900" marR="0" rtl="0" algn="l">
              <a:lnSpc>
                <a:spcPct val="8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O símbolo inicial é um elemento do conjunto de símbolos não terminais</a:t>
            </a:r>
            <a:endParaRPr/>
          </a:p>
        </p:txBody>
      </p:sp>
      <p:sp>
        <p:nvSpPr>
          <p:cNvPr id="159" name="Google Shape;159;p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60" name="Google Shape;160;p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67" name="Google Shape;167;p1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68" name="Google Shape;168;p10"/>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Regras</a:t>
            </a:r>
            <a:endParaRPr/>
          </a:p>
        </p:txBody>
      </p:sp>
      <p:sp>
        <p:nvSpPr>
          <p:cNvPr id="169" name="Google Shape;169;p10"/>
          <p:cNvSpPr txBox="1"/>
          <p:nvPr>
            <p:ph idx="1" type="body"/>
          </p:nvPr>
        </p:nvSpPr>
        <p:spPr>
          <a:xfrm>
            <a:off x="609600" y="1371600"/>
            <a:ext cx="85344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regra pode ter mais de uma expressão do lado direito</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	&lt;stmt&gt; → &lt;single_stmt&gt; </a:t>
            </a:r>
            <a:endParaRPr/>
          </a:p>
          <a:p>
            <a:pPr indent="-342900" lvl="0" marL="34290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           | begin &lt;stmt_list&gt; end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76" name="Google Shape;176;p1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77" name="Google Shape;177;p11"/>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Descrevendo listas</a:t>
            </a:r>
            <a:endParaRPr/>
          </a:p>
        </p:txBody>
      </p:sp>
      <p:sp>
        <p:nvSpPr>
          <p:cNvPr id="178" name="Google Shape;178;p11"/>
          <p:cNvSpPr txBox="1"/>
          <p:nvPr>
            <p:ph idx="1" type="body"/>
          </p:nvPr>
        </p:nvSpPr>
        <p:spPr>
          <a:xfrm>
            <a:off x="457200" y="1371600"/>
            <a:ext cx="86868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Listas sintáticas são descritas usando recursão</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None/>
            </a:pPr>
            <a:r>
              <a:rPr b="0" i="0" lang="en-US" sz="2800" u="none">
                <a:solidFill>
                  <a:schemeClr val="accent2"/>
                </a:solidFill>
                <a:latin typeface="Lucida Sans"/>
                <a:ea typeface="Lucida Sans"/>
                <a:cs typeface="Lucida Sans"/>
                <a:sym typeface="Lucida Sans"/>
              </a:rPr>
              <a:t>	 </a:t>
            </a:r>
            <a:r>
              <a:rPr b="0" i="0" lang="en-US" sz="2800" u="none">
                <a:solidFill>
                  <a:schemeClr val="accent2"/>
                </a:solidFill>
                <a:latin typeface="Courier New"/>
                <a:ea typeface="Courier New"/>
                <a:cs typeface="Courier New"/>
                <a:sym typeface="Courier New"/>
              </a:rPr>
              <a:t>&lt;ident_list&gt; → ident</a:t>
            </a:r>
            <a:endParaRPr/>
          </a:p>
          <a:p>
            <a:pPr indent="-342900" lvl="0" marL="34290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                | ident, &lt;ident_list&gt;</a:t>
            </a:r>
            <a:endParaRPr b="0" i="0" sz="2400" u="none">
              <a:solidFill>
                <a:schemeClr val="accent2"/>
              </a:solidFill>
              <a:latin typeface="Courier New"/>
              <a:ea typeface="Courier New"/>
              <a:cs typeface="Courier New"/>
              <a:sym typeface="Courier New"/>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Derivação é uma repetição das aplicações das regras, começando com o símbolo inicial e finalizando com uma sentença (todos terminais)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85" name="Google Shape;185;p1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86" name="Google Shape;186;p12"/>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 Exemplo</a:t>
            </a:r>
            <a:endParaRPr/>
          </a:p>
        </p:txBody>
      </p:sp>
      <p:sp>
        <p:nvSpPr>
          <p:cNvPr id="187" name="Google Shape;187;p12"/>
          <p:cNvSpPr txBox="1"/>
          <p:nvPr>
            <p:ph idx="1" type="body"/>
          </p:nvPr>
        </p:nvSpPr>
        <p:spPr>
          <a:xfrm>
            <a:off x="457200" y="1371600"/>
            <a:ext cx="77724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&lt;program&gt; → &lt;stmts&gt;</a:t>
            </a:r>
            <a:endParaRPr/>
          </a:p>
          <a:p>
            <a:pPr indent="-342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&lt;stmts&gt; → &lt;stmt&gt; | &lt;stmt&gt; ; &lt;stmts&gt;</a:t>
            </a:r>
            <a:endParaRPr/>
          </a:p>
          <a:p>
            <a:pPr indent="-342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&lt;stmt&gt; → &lt;var&gt; = &lt;expr&gt;</a:t>
            </a:r>
            <a:endParaRPr/>
          </a:p>
          <a:p>
            <a:pPr indent="-342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&lt;var&gt; → a | b | c | d</a:t>
            </a:r>
            <a:endParaRPr/>
          </a:p>
          <a:p>
            <a:pPr indent="-342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&lt;expr&gt; → &lt;term&gt; + &lt;term&gt; | &lt;term&gt; - &lt;term&gt;</a:t>
            </a:r>
            <a:endParaRPr/>
          </a:p>
          <a:p>
            <a:pPr indent="-342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&lt;term&gt; → &lt;var&gt; | const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194" name="Google Shape;194;p1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195" name="Google Shape;195;p13"/>
          <p:cNvSpPr txBox="1"/>
          <p:nvPr>
            <p:ph type="title"/>
          </p:nvPr>
        </p:nvSpPr>
        <p:spPr>
          <a:xfrm>
            <a:off x="6858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Derivação - Exemplo</a:t>
            </a:r>
            <a:endParaRPr/>
          </a:p>
        </p:txBody>
      </p:sp>
      <p:sp>
        <p:nvSpPr>
          <p:cNvPr id="196" name="Google Shape;196;p13"/>
          <p:cNvSpPr txBox="1"/>
          <p:nvPr>
            <p:ph idx="1" type="body"/>
          </p:nvPr>
        </p:nvSpPr>
        <p:spPr>
          <a:xfrm>
            <a:off x="533400" y="1447800"/>
            <a:ext cx="8229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&lt;program&gt; =&gt; &lt;stmts&gt; =&gt; &lt;stmt&gt; </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&lt;var&gt; = &lt;expr&gt; </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a = &lt;expr&gt; </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a = &lt;term&gt; + &lt;term&gt;</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a = &lt;var&gt; + &lt;term&gt; </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a = b + &lt;term&gt;</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=&gt; a = b + const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203" name="Google Shape;203;p1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204" name="Google Shape;204;p14"/>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Derivação</a:t>
            </a:r>
            <a:endParaRPr/>
          </a:p>
        </p:txBody>
      </p:sp>
      <p:sp>
        <p:nvSpPr>
          <p:cNvPr id="205" name="Google Shape;205;p14"/>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Toda cadeia de símbolos em uma derivação é uma forma sentencial</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sentença é uma forma sentencial que contém somente terminais</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Derivação mais a esquerda é quando o não terminal mais a esquerda na forma sentencial é derivado primeiro</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 derivação pode ser mais a esquerda, ou mais a direita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212" name="Google Shape;212;p1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213" name="Google Shape;213;p1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Árvore de Análise Sintática</a:t>
            </a:r>
            <a:endParaRPr/>
          </a:p>
        </p:txBody>
      </p:sp>
      <p:sp>
        <p:nvSpPr>
          <p:cNvPr id="214" name="Google Shape;214;p15"/>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Representação hierárquica da derivação</a:t>
            </a:r>
            <a:endParaRPr/>
          </a:p>
          <a:p>
            <a:pPr indent="-342900" lvl="0" marL="342900" rtl="0" algn="l">
              <a:lnSpc>
                <a:spcPct val="100000"/>
              </a:lnSpc>
              <a:spcBef>
                <a:spcPts val="0"/>
              </a:spcBef>
              <a:spcAft>
                <a:spcPts val="0"/>
              </a:spcAft>
              <a:buClr>
                <a:schemeClr val="accent2"/>
              </a:buClr>
              <a:buSzPts val="2400"/>
              <a:buFont typeface="Courier New"/>
              <a:buNone/>
            </a:pPr>
            <a:r>
              <a:rPr b="1" i="0" lang="en-US" sz="2400" u="none">
                <a:solidFill>
                  <a:schemeClr val="accent2"/>
                </a:solidFill>
                <a:latin typeface="Courier New"/>
                <a:ea typeface="Courier New"/>
                <a:cs typeface="Courier New"/>
                <a:sym typeface="Courier New"/>
              </a:rPr>
              <a:t>	</a:t>
            </a:r>
            <a:r>
              <a:rPr b="0" i="0" lang="en-US" sz="2400" u="none">
                <a:solidFill>
                  <a:schemeClr val="accent2"/>
                </a:solidFill>
                <a:latin typeface="Courier New"/>
                <a:ea typeface="Courier New"/>
                <a:cs typeface="Courier New"/>
                <a:sym typeface="Courier New"/>
              </a:rPr>
              <a:t>	        </a:t>
            </a:r>
            <a:endParaRPr/>
          </a:p>
          <a:p>
            <a:pPr indent="-342900" lvl="0" marL="342900" rtl="0" algn="l">
              <a:lnSpc>
                <a:spcPct val="100000"/>
              </a:lnSpc>
              <a:spcBef>
                <a:spcPts val="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a:t>
            </a:r>
            <a:endParaRPr/>
          </a:p>
        </p:txBody>
      </p:sp>
      <p:cxnSp>
        <p:nvCxnSpPr>
          <p:cNvPr id="215" name="Google Shape;215;p15"/>
          <p:cNvCxnSpPr/>
          <p:nvPr/>
        </p:nvCxnSpPr>
        <p:spPr>
          <a:xfrm>
            <a:off x="5791200" y="4876800"/>
            <a:ext cx="0" cy="685800"/>
          </a:xfrm>
          <a:prstGeom prst="straightConnector1">
            <a:avLst/>
          </a:prstGeom>
          <a:noFill/>
          <a:ln cap="sq" cmpd="sng" w="12700">
            <a:solidFill>
              <a:schemeClr val="dk1"/>
            </a:solidFill>
            <a:prstDash val="solid"/>
            <a:miter lim="8000"/>
            <a:headEnd len="med" w="med" type="none"/>
            <a:tailEnd len="med" w="med" type="none"/>
          </a:ln>
        </p:spPr>
      </p:cxnSp>
      <p:cxnSp>
        <p:nvCxnSpPr>
          <p:cNvPr id="216" name="Google Shape;216;p15"/>
          <p:cNvCxnSpPr/>
          <p:nvPr/>
        </p:nvCxnSpPr>
        <p:spPr>
          <a:xfrm>
            <a:off x="4572000" y="4876800"/>
            <a:ext cx="0" cy="1219200"/>
          </a:xfrm>
          <a:prstGeom prst="straightConnector1">
            <a:avLst/>
          </a:prstGeom>
          <a:noFill/>
          <a:ln cap="sq" cmpd="sng" w="12700">
            <a:solidFill>
              <a:schemeClr val="dk1"/>
            </a:solidFill>
            <a:prstDash val="solid"/>
            <a:miter lim="8000"/>
            <a:headEnd len="med" w="med" type="none"/>
            <a:tailEnd len="med" w="med" type="none"/>
          </a:ln>
        </p:spPr>
      </p:cxnSp>
      <p:cxnSp>
        <p:nvCxnSpPr>
          <p:cNvPr id="217" name="Google Shape;217;p15"/>
          <p:cNvCxnSpPr/>
          <p:nvPr/>
        </p:nvCxnSpPr>
        <p:spPr>
          <a:xfrm>
            <a:off x="4572000" y="2514600"/>
            <a:ext cx="0" cy="1600200"/>
          </a:xfrm>
          <a:prstGeom prst="straightConnector1">
            <a:avLst/>
          </a:prstGeom>
          <a:noFill/>
          <a:ln cap="sq" cmpd="sng" w="12700">
            <a:solidFill>
              <a:schemeClr val="dk1"/>
            </a:solidFill>
            <a:prstDash val="solid"/>
            <a:miter lim="8000"/>
            <a:headEnd len="med" w="med" type="none"/>
            <a:tailEnd len="med" w="med" type="none"/>
          </a:ln>
        </p:spPr>
      </p:cxnSp>
      <p:cxnSp>
        <p:nvCxnSpPr>
          <p:cNvPr id="218" name="Google Shape;218;p15"/>
          <p:cNvCxnSpPr/>
          <p:nvPr/>
        </p:nvCxnSpPr>
        <p:spPr>
          <a:xfrm>
            <a:off x="4648200" y="3962400"/>
            <a:ext cx="533400" cy="304800"/>
          </a:xfrm>
          <a:prstGeom prst="straightConnector1">
            <a:avLst/>
          </a:prstGeom>
          <a:noFill/>
          <a:ln cap="sq" cmpd="sng" w="12700">
            <a:solidFill>
              <a:schemeClr val="dk1"/>
            </a:solidFill>
            <a:prstDash val="solid"/>
            <a:miter lim="8000"/>
            <a:headEnd len="med" w="med" type="none"/>
            <a:tailEnd len="med" w="med" type="none"/>
          </a:ln>
        </p:spPr>
      </p:cxnSp>
      <p:cxnSp>
        <p:nvCxnSpPr>
          <p:cNvPr id="219" name="Google Shape;219;p15"/>
          <p:cNvCxnSpPr/>
          <p:nvPr/>
        </p:nvCxnSpPr>
        <p:spPr>
          <a:xfrm>
            <a:off x="3962400" y="4267200"/>
            <a:ext cx="0" cy="457200"/>
          </a:xfrm>
          <a:prstGeom prst="straightConnector1">
            <a:avLst/>
          </a:prstGeom>
          <a:noFill/>
          <a:ln cap="sq" cmpd="sng" w="12700">
            <a:solidFill>
              <a:schemeClr val="dk1"/>
            </a:solidFill>
            <a:prstDash val="solid"/>
            <a:miter lim="8000"/>
            <a:headEnd len="med" w="med" type="none"/>
            <a:tailEnd len="med" w="med" type="none"/>
          </a:ln>
        </p:spPr>
      </p:cxnSp>
      <p:sp>
        <p:nvSpPr>
          <p:cNvPr id="220" name="Google Shape;220;p15"/>
          <p:cNvSpPr txBox="1"/>
          <p:nvPr/>
        </p:nvSpPr>
        <p:spPr>
          <a:xfrm>
            <a:off x="4000500" y="2286000"/>
            <a:ext cx="12731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&lt;program&gt;</a:t>
            </a:r>
            <a:endParaRPr/>
          </a:p>
        </p:txBody>
      </p:sp>
      <p:sp>
        <p:nvSpPr>
          <p:cNvPr id="221" name="Google Shape;221;p15"/>
          <p:cNvSpPr txBox="1"/>
          <p:nvPr/>
        </p:nvSpPr>
        <p:spPr>
          <a:xfrm>
            <a:off x="4106862" y="2955925"/>
            <a:ext cx="98583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&lt;stmts&gt;</a:t>
            </a:r>
            <a:endParaRPr/>
          </a:p>
        </p:txBody>
      </p:sp>
      <p:sp>
        <p:nvSpPr>
          <p:cNvPr id="222" name="Google Shape;222;p15"/>
          <p:cNvSpPr txBox="1"/>
          <p:nvPr/>
        </p:nvSpPr>
        <p:spPr>
          <a:xfrm>
            <a:off x="4160837" y="3565525"/>
            <a:ext cx="86995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&lt;stmt&gt;</a:t>
            </a:r>
            <a:endParaRPr/>
          </a:p>
        </p:txBody>
      </p:sp>
      <p:sp>
        <p:nvSpPr>
          <p:cNvPr id="223" name="Google Shape;223;p15"/>
          <p:cNvSpPr txBox="1"/>
          <p:nvPr/>
        </p:nvSpPr>
        <p:spPr>
          <a:xfrm>
            <a:off x="5486400" y="5318125"/>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24" name="Google Shape;224;p15"/>
          <p:cNvSpPr txBox="1"/>
          <p:nvPr/>
        </p:nvSpPr>
        <p:spPr>
          <a:xfrm>
            <a:off x="3810000" y="4708525"/>
            <a:ext cx="3000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a:t>
            </a:r>
            <a:endParaRPr/>
          </a:p>
        </p:txBody>
      </p:sp>
      <p:cxnSp>
        <p:nvCxnSpPr>
          <p:cNvPr id="225" name="Google Shape;225;p15"/>
          <p:cNvCxnSpPr/>
          <p:nvPr/>
        </p:nvCxnSpPr>
        <p:spPr>
          <a:xfrm flipH="1" rot="10800000">
            <a:off x="3962400" y="3962400"/>
            <a:ext cx="533400" cy="304800"/>
          </a:xfrm>
          <a:prstGeom prst="straightConnector1">
            <a:avLst/>
          </a:prstGeom>
          <a:noFill/>
          <a:ln cap="sq" cmpd="sng" w="12700">
            <a:solidFill>
              <a:schemeClr val="dk1"/>
            </a:solidFill>
            <a:prstDash val="solid"/>
            <a:miter lim="8000"/>
            <a:headEnd len="med" w="med" type="none"/>
            <a:tailEnd len="med" w="med" type="none"/>
          </a:ln>
        </p:spPr>
      </p:cxnSp>
      <p:sp>
        <p:nvSpPr>
          <p:cNvPr id="226" name="Google Shape;226;p15"/>
          <p:cNvSpPr txBox="1"/>
          <p:nvPr/>
        </p:nvSpPr>
        <p:spPr>
          <a:xfrm>
            <a:off x="3581400" y="4175125"/>
            <a:ext cx="741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&lt;var&gt;</a:t>
            </a:r>
            <a:endParaRPr/>
          </a:p>
        </p:txBody>
      </p:sp>
      <p:sp>
        <p:nvSpPr>
          <p:cNvPr id="227" name="Google Shape;227;p15"/>
          <p:cNvSpPr txBox="1"/>
          <p:nvPr/>
        </p:nvSpPr>
        <p:spPr>
          <a:xfrm>
            <a:off x="4419600" y="4175125"/>
            <a:ext cx="3063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cxnSp>
        <p:nvCxnSpPr>
          <p:cNvPr id="228" name="Google Shape;228;p15"/>
          <p:cNvCxnSpPr/>
          <p:nvPr/>
        </p:nvCxnSpPr>
        <p:spPr>
          <a:xfrm>
            <a:off x="5181600" y="4267200"/>
            <a:ext cx="0" cy="533400"/>
          </a:xfrm>
          <a:prstGeom prst="straightConnector1">
            <a:avLst/>
          </a:prstGeom>
          <a:noFill/>
          <a:ln cap="sq" cmpd="sng" w="12700">
            <a:solidFill>
              <a:schemeClr val="dk1"/>
            </a:solidFill>
            <a:prstDash val="solid"/>
            <a:miter lim="8000"/>
            <a:headEnd len="med" w="med" type="none"/>
            <a:tailEnd len="med" w="med" type="none"/>
          </a:ln>
        </p:spPr>
      </p:cxnSp>
      <p:cxnSp>
        <p:nvCxnSpPr>
          <p:cNvPr id="229" name="Google Shape;229;p15"/>
          <p:cNvCxnSpPr/>
          <p:nvPr/>
        </p:nvCxnSpPr>
        <p:spPr>
          <a:xfrm>
            <a:off x="5257800" y="4495800"/>
            <a:ext cx="533400" cy="304800"/>
          </a:xfrm>
          <a:prstGeom prst="straightConnector1">
            <a:avLst/>
          </a:prstGeom>
          <a:noFill/>
          <a:ln cap="sq" cmpd="sng" w="12700">
            <a:solidFill>
              <a:schemeClr val="dk1"/>
            </a:solidFill>
            <a:prstDash val="solid"/>
            <a:miter lim="8000"/>
            <a:headEnd len="med" w="med" type="none"/>
            <a:tailEnd len="med" w="med" type="none"/>
          </a:ln>
        </p:spPr>
      </p:cxnSp>
      <p:cxnSp>
        <p:nvCxnSpPr>
          <p:cNvPr id="230" name="Google Shape;230;p15"/>
          <p:cNvCxnSpPr/>
          <p:nvPr/>
        </p:nvCxnSpPr>
        <p:spPr>
          <a:xfrm flipH="1" rot="10800000">
            <a:off x="4572000" y="4495800"/>
            <a:ext cx="533400" cy="304800"/>
          </a:xfrm>
          <a:prstGeom prst="straightConnector1">
            <a:avLst/>
          </a:prstGeom>
          <a:noFill/>
          <a:ln cap="sq" cmpd="sng" w="12700">
            <a:solidFill>
              <a:schemeClr val="dk1"/>
            </a:solidFill>
            <a:prstDash val="solid"/>
            <a:miter lim="8000"/>
            <a:headEnd len="med" w="med" type="none"/>
            <a:tailEnd len="med" w="med" type="none"/>
          </a:ln>
        </p:spPr>
      </p:cxnSp>
      <p:sp>
        <p:nvSpPr>
          <p:cNvPr id="231" name="Google Shape;231;p15"/>
          <p:cNvSpPr txBox="1"/>
          <p:nvPr/>
        </p:nvSpPr>
        <p:spPr>
          <a:xfrm>
            <a:off x="4800600" y="4175125"/>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32" name="Google Shape;232;p15"/>
          <p:cNvSpPr txBox="1"/>
          <p:nvPr/>
        </p:nvSpPr>
        <p:spPr>
          <a:xfrm>
            <a:off x="4191000" y="5318125"/>
            <a:ext cx="741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&lt;var&gt;</a:t>
            </a:r>
            <a:endParaRPr/>
          </a:p>
        </p:txBody>
      </p:sp>
      <p:sp>
        <p:nvSpPr>
          <p:cNvPr id="233" name="Google Shape;233;p15"/>
          <p:cNvSpPr txBox="1"/>
          <p:nvPr/>
        </p:nvSpPr>
        <p:spPr>
          <a:xfrm>
            <a:off x="4419600" y="5851525"/>
            <a:ext cx="31115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b</a:t>
            </a:r>
            <a:endParaRPr/>
          </a:p>
        </p:txBody>
      </p:sp>
      <p:sp>
        <p:nvSpPr>
          <p:cNvPr id="234" name="Google Shape;234;p15"/>
          <p:cNvSpPr txBox="1"/>
          <p:nvPr/>
        </p:nvSpPr>
        <p:spPr>
          <a:xfrm>
            <a:off x="4179887" y="4708525"/>
            <a:ext cx="8810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&lt;term&gt;</a:t>
            </a:r>
            <a:endParaRPr/>
          </a:p>
        </p:txBody>
      </p:sp>
      <p:sp>
        <p:nvSpPr>
          <p:cNvPr id="235" name="Google Shape;235;p15"/>
          <p:cNvSpPr txBox="1"/>
          <p:nvPr/>
        </p:nvSpPr>
        <p:spPr>
          <a:xfrm>
            <a:off x="5029200" y="4708525"/>
            <a:ext cx="30638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236" name="Google Shape;236;p15"/>
          <p:cNvSpPr txBox="1"/>
          <p:nvPr/>
        </p:nvSpPr>
        <p:spPr>
          <a:xfrm>
            <a:off x="5426075" y="4708525"/>
            <a:ext cx="8810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&lt;term&gt;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243" name="Google Shape;243;p1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244" name="Google Shape;244;p16"/>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Ambiguidade em Gramáticas</a:t>
            </a:r>
            <a:endParaRPr/>
          </a:p>
        </p:txBody>
      </p:sp>
      <p:sp>
        <p:nvSpPr>
          <p:cNvPr id="245" name="Google Shape;245;p16"/>
          <p:cNvSpPr txBox="1"/>
          <p:nvPr>
            <p:ph idx="1" type="body"/>
          </p:nvPr>
        </p:nvSpPr>
        <p:spPr>
          <a:xfrm>
            <a:off x="609600" y="1524000"/>
            <a:ext cx="77724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gramática é ambígua, se e somente se uma sentença pode gerar duas árvores de derivação diferentes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252" name="Google Shape;252;p1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253" name="Google Shape;253;p1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Exemplo de Expressão Ambígua</a:t>
            </a:r>
            <a:endParaRPr/>
          </a:p>
        </p:txBody>
      </p:sp>
      <p:sp>
        <p:nvSpPr>
          <p:cNvPr id="254" name="Google Shape;254;p17"/>
          <p:cNvSpPr txBox="1"/>
          <p:nvPr>
            <p:ph idx="1" type="body"/>
          </p:nvPr>
        </p:nvSpPr>
        <p:spPr>
          <a:xfrm>
            <a:off x="609600" y="1524000"/>
            <a:ext cx="74676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&lt;expr&gt; → &lt;expr&gt; &lt;op&gt; &lt;expr&gt;  |  const</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&lt;op&gt; → /  |  -</a:t>
            </a:r>
            <a:endParaRPr/>
          </a:p>
          <a:p>
            <a:pPr indent="-215900" lvl="0" marL="342900" rtl="0" algn="l">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p:txBody>
      </p:sp>
      <p:cxnSp>
        <p:nvCxnSpPr>
          <p:cNvPr id="255" name="Google Shape;255;p17"/>
          <p:cNvCxnSpPr/>
          <p:nvPr/>
        </p:nvCxnSpPr>
        <p:spPr>
          <a:xfrm flipH="1">
            <a:off x="2362200" y="2895600"/>
            <a:ext cx="685800" cy="838200"/>
          </a:xfrm>
          <a:prstGeom prst="straightConnector1">
            <a:avLst/>
          </a:prstGeom>
          <a:noFill/>
          <a:ln cap="sq" cmpd="sng" w="12700">
            <a:solidFill>
              <a:schemeClr val="dk1"/>
            </a:solidFill>
            <a:prstDash val="solid"/>
            <a:miter lim="8000"/>
            <a:headEnd len="med" w="med" type="none"/>
            <a:tailEnd len="med" w="med" type="none"/>
          </a:ln>
        </p:spPr>
      </p:cxnSp>
      <p:cxnSp>
        <p:nvCxnSpPr>
          <p:cNvPr id="256" name="Google Shape;256;p17"/>
          <p:cNvCxnSpPr/>
          <p:nvPr/>
        </p:nvCxnSpPr>
        <p:spPr>
          <a:xfrm>
            <a:off x="3048000" y="2895600"/>
            <a:ext cx="1219200" cy="838200"/>
          </a:xfrm>
          <a:prstGeom prst="straightConnector1">
            <a:avLst/>
          </a:prstGeom>
          <a:noFill/>
          <a:ln cap="sq" cmpd="sng" w="12700">
            <a:solidFill>
              <a:schemeClr val="dk1"/>
            </a:solidFill>
            <a:prstDash val="solid"/>
            <a:miter lim="8000"/>
            <a:headEnd len="med" w="med" type="none"/>
            <a:tailEnd len="med" w="med" type="none"/>
          </a:ln>
        </p:spPr>
      </p:cxnSp>
      <p:cxnSp>
        <p:nvCxnSpPr>
          <p:cNvPr id="257" name="Google Shape;257;p17"/>
          <p:cNvCxnSpPr/>
          <p:nvPr/>
        </p:nvCxnSpPr>
        <p:spPr>
          <a:xfrm>
            <a:off x="3048000" y="2895600"/>
            <a:ext cx="533400" cy="838200"/>
          </a:xfrm>
          <a:prstGeom prst="straightConnector1">
            <a:avLst/>
          </a:prstGeom>
          <a:noFill/>
          <a:ln cap="sq" cmpd="sng" w="12700">
            <a:solidFill>
              <a:schemeClr val="dk1"/>
            </a:solidFill>
            <a:prstDash val="solid"/>
            <a:miter lim="8000"/>
            <a:headEnd len="med" w="med" type="none"/>
            <a:tailEnd len="med" w="med" type="none"/>
          </a:ln>
        </p:spPr>
      </p:cxnSp>
      <p:cxnSp>
        <p:nvCxnSpPr>
          <p:cNvPr id="258" name="Google Shape;258;p17"/>
          <p:cNvCxnSpPr/>
          <p:nvPr/>
        </p:nvCxnSpPr>
        <p:spPr>
          <a:xfrm flipH="1">
            <a:off x="1905000" y="3962400"/>
            <a:ext cx="4572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59" name="Google Shape;259;p17"/>
          <p:cNvCxnSpPr/>
          <p:nvPr/>
        </p:nvCxnSpPr>
        <p:spPr>
          <a:xfrm>
            <a:off x="2362200" y="3962400"/>
            <a:ext cx="9144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60" name="Google Shape;260;p17"/>
          <p:cNvCxnSpPr/>
          <p:nvPr/>
        </p:nvCxnSpPr>
        <p:spPr>
          <a:xfrm>
            <a:off x="2362200" y="3962400"/>
            <a:ext cx="2286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61" name="Google Shape;261;p17"/>
          <p:cNvCxnSpPr/>
          <p:nvPr/>
        </p:nvCxnSpPr>
        <p:spPr>
          <a:xfrm>
            <a:off x="1905000" y="4953000"/>
            <a:ext cx="0" cy="762000"/>
          </a:xfrm>
          <a:prstGeom prst="straightConnector1">
            <a:avLst/>
          </a:prstGeom>
          <a:noFill/>
          <a:ln cap="sq" cmpd="sng" w="12700">
            <a:solidFill>
              <a:schemeClr val="dk1"/>
            </a:solidFill>
            <a:prstDash val="solid"/>
            <a:miter lim="8000"/>
            <a:headEnd len="med" w="med" type="none"/>
            <a:tailEnd len="med" w="med" type="none"/>
          </a:ln>
        </p:spPr>
      </p:cxnSp>
      <p:cxnSp>
        <p:nvCxnSpPr>
          <p:cNvPr id="262" name="Google Shape;262;p17"/>
          <p:cNvCxnSpPr/>
          <p:nvPr/>
        </p:nvCxnSpPr>
        <p:spPr>
          <a:xfrm>
            <a:off x="2590800" y="4953000"/>
            <a:ext cx="0" cy="762000"/>
          </a:xfrm>
          <a:prstGeom prst="straightConnector1">
            <a:avLst/>
          </a:prstGeom>
          <a:noFill/>
          <a:ln cap="sq" cmpd="sng" w="12700">
            <a:solidFill>
              <a:schemeClr val="dk1"/>
            </a:solidFill>
            <a:prstDash val="solid"/>
            <a:miter lim="8000"/>
            <a:headEnd len="med" w="med" type="none"/>
            <a:tailEnd len="med" w="med" type="none"/>
          </a:ln>
        </p:spPr>
      </p:cxnSp>
      <p:cxnSp>
        <p:nvCxnSpPr>
          <p:cNvPr id="263" name="Google Shape;263;p17"/>
          <p:cNvCxnSpPr/>
          <p:nvPr/>
        </p:nvCxnSpPr>
        <p:spPr>
          <a:xfrm>
            <a:off x="3200400" y="4953000"/>
            <a:ext cx="0" cy="762000"/>
          </a:xfrm>
          <a:prstGeom prst="straightConnector1">
            <a:avLst/>
          </a:prstGeom>
          <a:noFill/>
          <a:ln cap="sq" cmpd="sng" w="12700">
            <a:solidFill>
              <a:schemeClr val="dk1"/>
            </a:solidFill>
            <a:prstDash val="solid"/>
            <a:miter lim="8000"/>
            <a:headEnd len="med" w="med" type="none"/>
            <a:tailEnd len="med" w="med" type="none"/>
          </a:ln>
        </p:spPr>
      </p:cxnSp>
      <p:cxnSp>
        <p:nvCxnSpPr>
          <p:cNvPr id="264" name="Google Shape;264;p17"/>
          <p:cNvCxnSpPr/>
          <p:nvPr/>
        </p:nvCxnSpPr>
        <p:spPr>
          <a:xfrm>
            <a:off x="3581400" y="3962400"/>
            <a:ext cx="304800" cy="1676400"/>
          </a:xfrm>
          <a:prstGeom prst="straightConnector1">
            <a:avLst/>
          </a:prstGeom>
          <a:noFill/>
          <a:ln cap="sq" cmpd="sng" w="12700">
            <a:solidFill>
              <a:schemeClr val="dk1"/>
            </a:solidFill>
            <a:prstDash val="solid"/>
            <a:miter lim="8000"/>
            <a:headEnd len="med" w="med" type="none"/>
            <a:tailEnd len="med" w="med" type="none"/>
          </a:ln>
        </p:spPr>
      </p:cxnSp>
      <p:cxnSp>
        <p:nvCxnSpPr>
          <p:cNvPr id="265" name="Google Shape;265;p17"/>
          <p:cNvCxnSpPr/>
          <p:nvPr/>
        </p:nvCxnSpPr>
        <p:spPr>
          <a:xfrm>
            <a:off x="4267200" y="3962400"/>
            <a:ext cx="381000" cy="1676400"/>
          </a:xfrm>
          <a:prstGeom prst="straightConnector1">
            <a:avLst/>
          </a:prstGeom>
          <a:noFill/>
          <a:ln cap="sq" cmpd="sng" w="12700">
            <a:solidFill>
              <a:schemeClr val="dk1"/>
            </a:solidFill>
            <a:prstDash val="solid"/>
            <a:miter lim="8000"/>
            <a:headEnd len="med" w="med" type="none"/>
            <a:tailEnd len="med" w="med" type="none"/>
          </a:ln>
        </p:spPr>
      </p:cxnSp>
      <p:cxnSp>
        <p:nvCxnSpPr>
          <p:cNvPr id="266" name="Google Shape;266;p17"/>
          <p:cNvCxnSpPr/>
          <p:nvPr/>
        </p:nvCxnSpPr>
        <p:spPr>
          <a:xfrm flipH="1">
            <a:off x="5867400" y="2971800"/>
            <a:ext cx="838200" cy="685800"/>
          </a:xfrm>
          <a:prstGeom prst="straightConnector1">
            <a:avLst/>
          </a:prstGeom>
          <a:noFill/>
          <a:ln cap="sq" cmpd="sng" w="12700">
            <a:solidFill>
              <a:schemeClr val="dk1"/>
            </a:solidFill>
            <a:prstDash val="solid"/>
            <a:miter lim="8000"/>
            <a:headEnd len="med" w="med" type="none"/>
            <a:tailEnd len="med" w="med" type="none"/>
          </a:ln>
        </p:spPr>
      </p:cxnSp>
      <p:cxnSp>
        <p:nvCxnSpPr>
          <p:cNvPr id="267" name="Google Shape;267;p17"/>
          <p:cNvCxnSpPr/>
          <p:nvPr/>
        </p:nvCxnSpPr>
        <p:spPr>
          <a:xfrm>
            <a:off x="6858000" y="2971800"/>
            <a:ext cx="1066800" cy="685800"/>
          </a:xfrm>
          <a:prstGeom prst="straightConnector1">
            <a:avLst/>
          </a:prstGeom>
          <a:noFill/>
          <a:ln cap="sq" cmpd="sng" w="12700">
            <a:solidFill>
              <a:schemeClr val="dk1"/>
            </a:solidFill>
            <a:prstDash val="solid"/>
            <a:miter lim="8000"/>
            <a:headEnd len="med" w="med" type="none"/>
            <a:tailEnd len="med" w="med" type="none"/>
          </a:ln>
        </p:spPr>
      </p:cxnSp>
      <p:cxnSp>
        <p:nvCxnSpPr>
          <p:cNvPr id="268" name="Google Shape;268;p17"/>
          <p:cNvCxnSpPr/>
          <p:nvPr/>
        </p:nvCxnSpPr>
        <p:spPr>
          <a:xfrm flipH="1">
            <a:off x="6477000" y="2971800"/>
            <a:ext cx="304800" cy="685800"/>
          </a:xfrm>
          <a:prstGeom prst="straightConnector1">
            <a:avLst/>
          </a:prstGeom>
          <a:noFill/>
          <a:ln cap="sq" cmpd="sng" w="12700">
            <a:solidFill>
              <a:schemeClr val="dk1"/>
            </a:solidFill>
            <a:prstDash val="solid"/>
            <a:miter lim="8000"/>
            <a:headEnd len="med" w="med" type="none"/>
            <a:tailEnd len="med" w="med" type="none"/>
          </a:ln>
        </p:spPr>
      </p:cxnSp>
      <p:cxnSp>
        <p:nvCxnSpPr>
          <p:cNvPr id="269" name="Google Shape;269;p17"/>
          <p:cNvCxnSpPr/>
          <p:nvPr/>
        </p:nvCxnSpPr>
        <p:spPr>
          <a:xfrm flipH="1">
            <a:off x="7162800" y="3962400"/>
            <a:ext cx="6096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70" name="Google Shape;270;p17"/>
          <p:cNvCxnSpPr/>
          <p:nvPr/>
        </p:nvCxnSpPr>
        <p:spPr>
          <a:xfrm>
            <a:off x="7772400" y="3962400"/>
            <a:ext cx="6858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71" name="Google Shape;271;p17"/>
          <p:cNvCxnSpPr/>
          <p:nvPr/>
        </p:nvCxnSpPr>
        <p:spPr>
          <a:xfrm>
            <a:off x="7772400" y="3962400"/>
            <a:ext cx="0" cy="762000"/>
          </a:xfrm>
          <a:prstGeom prst="straightConnector1">
            <a:avLst/>
          </a:prstGeom>
          <a:noFill/>
          <a:ln cap="sq" cmpd="sng" w="12700">
            <a:solidFill>
              <a:schemeClr val="dk1"/>
            </a:solidFill>
            <a:prstDash val="solid"/>
            <a:miter lim="8000"/>
            <a:headEnd len="med" w="med" type="none"/>
            <a:tailEnd len="med" w="med" type="none"/>
          </a:ln>
        </p:spPr>
      </p:cxnSp>
      <p:cxnSp>
        <p:nvCxnSpPr>
          <p:cNvPr id="272" name="Google Shape;272;p17"/>
          <p:cNvCxnSpPr/>
          <p:nvPr/>
        </p:nvCxnSpPr>
        <p:spPr>
          <a:xfrm>
            <a:off x="5867400" y="3962400"/>
            <a:ext cx="152400" cy="1752600"/>
          </a:xfrm>
          <a:prstGeom prst="straightConnector1">
            <a:avLst/>
          </a:prstGeom>
          <a:noFill/>
          <a:ln cap="sq" cmpd="sng" w="12700">
            <a:solidFill>
              <a:schemeClr val="dk1"/>
            </a:solidFill>
            <a:prstDash val="solid"/>
            <a:miter lim="8000"/>
            <a:headEnd len="med" w="med" type="none"/>
            <a:tailEnd len="med" w="med" type="none"/>
          </a:ln>
        </p:spPr>
      </p:cxnSp>
      <p:cxnSp>
        <p:nvCxnSpPr>
          <p:cNvPr id="273" name="Google Shape;273;p17"/>
          <p:cNvCxnSpPr/>
          <p:nvPr/>
        </p:nvCxnSpPr>
        <p:spPr>
          <a:xfrm>
            <a:off x="6477000" y="3962400"/>
            <a:ext cx="304800" cy="1752600"/>
          </a:xfrm>
          <a:prstGeom prst="straightConnector1">
            <a:avLst/>
          </a:prstGeom>
          <a:noFill/>
          <a:ln cap="sq" cmpd="sng" w="12700">
            <a:solidFill>
              <a:schemeClr val="dk1"/>
            </a:solidFill>
            <a:prstDash val="solid"/>
            <a:miter lim="8000"/>
            <a:headEnd len="med" w="med" type="none"/>
            <a:tailEnd len="med" w="med" type="none"/>
          </a:ln>
        </p:spPr>
      </p:cxnSp>
      <p:cxnSp>
        <p:nvCxnSpPr>
          <p:cNvPr id="274" name="Google Shape;274;p17"/>
          <p:cNvCxnSpPr/>
          <p:nvPr/>
        </p:nvCxnSpPr>
        <p:spPr>
          <a:xfrm>
            <a:off x="7162800" y="4953000"/>
            <a:ext cx="228600" cy="762000"/>
          </a:xfrm>
          <a:prstGeom prst="straightConnector1">
            <a:avLst/>
          </a:prstGeom>
          <a:noFill/>
          <a:ln cap="sq" cmpd="sng" w="12700">
            <a:solidFill>
              <a:schemeClr val="dk1"/>
            </a:solidFill>
            <a:prstDash val="solid"/>
            <a:miter lim="8000"/>
            <a:headEnd len="med" w="med" type="none"/>
            <a:tailEnd len="med" w="med" type="none"/>
          </a:ln>
        </p:spPr>
      </p:cxnSp>
      <p:cxnSp>
        <p:nvCxnSpPr>
          <p:cNvPr id="275" name="Google Shape;275;p17"/>
          <p:cNvCxnSpPr/>
          <p:nvPr/>
        </p:nvCxnSpPr>
        <p:spPr>
          <a:xfrm>
            <a:off x="7772400" y="4953000"/>
            <a:ext cx="228600" cy="685800"/>
          </a:xfrm>
          <a:prstGeom prst="straightConnector1">
            <a:avLst/>
          </a:prstGeom>
          <a:noFill/>
          <a:ln cap="sq" cmpd="sng" w="12700">
            <a:solidFill>
              <a:schemeClr val="dk1"/>
            </a:solidFill>
            <a:prstDash val="solid"/>
            <a:miter lim="8000"/>
            <a:headEnd len="med" w="med" type="none"/>
            <a:tailEnd len="med" w="med" type="none"/>
          </a:ln>
        </p:spPr>
      </p:cxnSp>
      <p:sp>
        <p:nvSpPr>
          <p:cNvPr id="276" name="Google Shape;276;p17"/>
          <p:cNvSpPr txBox="1"/>
          <p:nvPr/>
        </p:nvSpPr>
        <p:spPr>
          <a:xfrm>
            <a:off x="2667000" y="25908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77" name="Google Shape;277;p17"/>
          <p:cNvSpPr txBox="1"/>
          <p:nvPr/>
        </p:nvSpPr>
        <p:spPr>
          <a:xfrm>
            <a:off x="1965325" y="36195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78" name="Google Shape;278;p17"/>
          <p:cNvSpPr txBox="1"/>
          <p:nvPr/>
        </p:nvSpPr>
        <p:spPr>
          <a:xfrm>
            <a:off x="3779837" y="36195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79" name="Google Shape;279;p17"/>
          <p:cNvSpPr txBox="1"/>
          <p:nvPr/>
        </p:nvSpPr>
        <p:spPr>
          <a:xfrm>
            <a:off x="1371600" y="4648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0" name="Google Shape;280;p17"/>
          <p:cNvSpPr txBox="1"/>
          <p:nvPr/>
        </p:nvSpPr>
        <p:spPr>
          <a:xfrm>
            <a:off x="2819400" y="4648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1" name="Google Shape;281;p17"/>
          <p:cNvSpPr txBox="1"/>
          <p:nvPr/>
        </p:nvSpPr>
        <p:spPr>
          <a:xfrm>
            <a:off x="6400800" y="25908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2" name="Google Shape;282;p17"/>
          <p:cNvSpPr txBox="1"/>
          <p:nvPr/>
        </p:nvSpPr>
        <p:spPr>
          <a:xfrm>
            <a:off x="5410200" y="36195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3" name="Google Shape;283;p17"/>
          <p:cNvSpPr txBox="1"/>
          <p:nvPr/>
        </p:nvSpPr>
        <p:spPr>
          <a:xfrm>
            <a:off x="7391400" y="36195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4" name="Google Shape;284;p17"/>
          <p:cNvSpPr txBox="1"/>
          <p:nvPr/>
        </p:nvSpPr>
        <p:spPr>
          <a:xfrm>
            <a:off x="6705600" y="4648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5" name="Google Shape;285;p17"/>
          <p:cNvSpPr txBox="1"/>
          <p:nvPr/>
        </p:nvSpPr>
        <p:spPr>
          <a:xfrm>
            <a:off x="8077200" y="4648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286" name="Google Shape;286;p17"/>
          <p:cNvSpPr txBox="1"/>
          <p:nvPr/>
        </p:nvSpPr>
        <p:spPr>
          <a:xfrm>
            <a:off x="6172200" y="3619500"/>
            <a:ext cx="68262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&lt;op&gt;</a:t>
            </a:r>
            <a:endParaRPr/>
          </a:p>
        </p:txBody>
      </p:sp>
      <p:sp>
        <p:nvSpPr>
          <p:cNvPr id="287" name="Google Shape;287;p17"/>
          <p:cNvSpPr txBox="1"/>
          <p:nvPr/>
        </p:nvSpPr>
        <p:spPr>
          <a:xfrm>
            <a:off x="2209800" y="4648200"/>
            <a:ext cx="68262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&lt;op&gt;</a:t>
            </a:r>
            <a:endParaRPr/>
          </a:p>
        </p:txBody>
      </p:sp>
      <p:sp>
        <p:nvSpPr>
          <p:cNvPr id="288" name="Google Shape;288;p17"/>
          <p:cNvSpPr txBox="1"/>
          <p:nvPr/>
        </p:nvSpPr>
        <p:spPr>
          <a:xfrm>
            <a:off x="6172200" y="3619500"/>
            <a:ext cx="68262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&lt;op&gt;</a:t>
            </a:r>
            <a:endParaRPr/>
          </a:p>
        </p:txBody>
      </p:sp>
      <p:sp>
        <p:nvSpPr>
          <p:cNvPr id="289" name="Google Shape;289;p17"/>
          <p:cNvSpPr txBox="1"/>
          <p:nvPr/>
        </p:nvSpPr>
        <p:spPr>
          <a:xfrm>
            <a:off x="7467600" y="4648200"/>
            <a:ext cx="68262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&lt;op&gt;</a:t>
            </a:r>
            <a:endParaRPr/>
          </a:p>
        </p:txBody>
      </p:sp>
      <p:sp>
        <p:nvSpPr>
          <p:cNvPr id="290" name="Google Shape;290;p17"/>
          <p:cNvSpPr txBox="1"/>
          <p:nvPr/>
        </p:nvSpPr>
        <p:spPr>
          <a:xfrm>
            <a:off x="15240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1" name="Google Shape;291;p17"/>
          <p:cNvSpPr txBox="1"/>
          <p:nvPr/>
        </p:nvSpPr>
        <p:spPr>
          <a:xfrm>
            <a:off x="28956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2" name="Google Shape;292;p17"/>
          <p:cNvSpPr txBox="1"/>
          <p:nvPr/>
        </p:nvSpPr>
        <p:spPr>
          <a:xfrm>
            <a:off x="42672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3" name="Google Shape;293;p17"/>
          <p:cNvSpPr txBox="1"/>
          <p:nvPr/>
        </p:nvSpPr>
        <p:spPr>
          <a:xfrm>
            <a:off x="57150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4" name="Google Shape;294;p17"/>
          <p:cNvSpPr txBox="1"/>
          <p:nvPr/>
        </p:nvSpPr>
        <p:spPr>
          <a:xfrm>
            <a:off x="70866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5" name="Google Shape;295;p17"/>
          <p:cNvSpPr txBox="1"/>
          <p:nvPr/>
        </p:nvSpPr>
        <p:spPr>
          <a:xfrm>
            <a:off x="8229600" y="5638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296" name="Google Shape;296;p17"/>
          <p:cNvSpPr txBox="1"/>
          <p:nvPr/>
        </p:nvSpPr>
        <p:spPr>
          <a:xfrm>
            <a:off x="2514600" y="5638800"/>
            <a:ext cx="2540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297" name="Google Shape;297;p17"/>
          <p:cNvSpPr txBox="1"/>
          <p:nvPr/>
        </p:nvSpPr>
        <p:spPr>
          <a:xfrm>
            <a:off x="6629400" y="5638800"/>
            <a:ext cx="2540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298" name="Google Shape;298;p17"/>
          <p:cNvSpPr txBox="1"/>
          <p:nvPr/>
        </p:nvSpPr>
        <p:spPr>
          <a:xfrm>
            <a:off x="3810000" y="5638800"/>
            <a:ext cx="2413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299" name="Google Shape;299;p17"/>
          <p:cNvSpPr txBox="1"/>
          <p:nvPr/>
        </p:nvSpPr>
        <p:spPr>
          <a:xfrm>
            <a:off x="7848600" y="5638800"/>
            <a:ext cx="2413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300" name="Google Shape;300;p17"/>
          <p:cNvSpPr txBox="1"/>
          <p:nvPr/>
        </p:nvSpPr>
        <p:spPr>
          <a:xfrm>
            <a:off x="3124200" y="3619500"/>
            <a:ext cx="68262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&lt;op&gt;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07" name="Google Shape;307;p1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08" name="Google Shape;308;p1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Exemplo de Expressão Não Ambígua</a:t>
            </a:r>
            <a:endParaRPr/>
          </a:p>
        </p:txBody>
      </p:sp>
      <p:sp>
        <p:nvSpPr>
          <p:cNvPr id="309" name="Google Shape;309;p18"/>
          <p:cNvSpPr txBox="1"/>
          <p:nvPr>
            <p:ph idx="1" type="body"/>
          </p:nvPr>
        </p:nvSpPr>
        <p:spPr>
          <a:xfrm>
            <a:off x="609600" y="14478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Se utilizarmos a árvore de análise sintática para indicar precedência de operadores, não temos ambiguidade</a:t>
            </a:r>
            <a:endParaRPr/>
          </a:p>
          <a:p>
            <a:pPr indent="-342900" lvl="0" marL="342900" rtl="0" algn="l">
              <a:lnSpc>
                <a:spcPct val="100000"/>
              </a:lnSpc>
              <a:spcBef>
                <a:spcPts val="0"/>
              </a:spcBef>
              <a:spcAft>
                <a:spcPts val="0"/>
              </a:spcAft>
              <a:buClr>
                <a:schemeClr val="accent2"/>
              </a:buClr>
              <a:buSzPts val="2000"/>
              <a:buFont typeface="Lucida Sans"/>
              <a:buNone/>
            </a:pPr>
            <a:r>
              <a:t/>
            </a:r>
            <a:endParaRPr b="1" i="0" sz="2000" u="none">
              <a:solidFill>
                <a:schemeClr val="accent2"/>
              </a:solidFill>
              <a:latin typeface="Courier New"/>
              <a:ea typeface="Courier New"/>
              <a:cs typeface="Courier New"/>
              <a:sym typeface="Courier New"/>
            </a:endParaRPr>
          </a:p>
          <a:p>
            <a:pPr indent="-342900" lvl="0" marL="342900" rtl="0" algn="l">
              <a:lnSpc>
                <a:spcPct val="10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&lt;expr&gt; → &lt;expr&gt; - &lt;term&gt;  |  &lt;term&gt;</a:t>
            </a:r>
            <a:endParaRPr/>
          </a:p>
          <a:p>
            <a:pPr indent="-342900" lvl="0" marL="342900" rtl="0" algn="l">
              <a:lnSpc>
                <a:spcPct val="10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&lt;term&gt; → &lt;term&gt; / const| const</a:t>
            </a:r>
            <a:endParaRPr/>
          </a:p>
          <a:p>
            <a:pPr indent="-215900" lvl="0" marL="342900" rtl="0" algn="l">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p:txBody>
      </p:sp>
      <p:cxnSp>
        <p:nvCxnSpPr>
          <p:cNvPr id="310" name="Google Shape;310;p18"/>
          <p:cNvCxnSpPr/>
          <p:nvPr/>
        </p:nvCxnSpPr>
        <p:spPr>
          <a:xfrm flipH="1">
            <a:off x="3756025" y="4343400"/>
            <a:ext cx="587375" cy="441325"/>
          </a:xfrm>
          <a:prstGeom prst="straightConnector1">
            <a:avLst/>
          </a:prstGeom>
          <a:noFill/>
          <a:ln cap="sq" cmpd="sng" w="12700">
            <a:solidFill>
              <a:schemeClr val="dk1"/>
            </a:solidFill>
            <a:prstDash val="solid"/>
            <a:miter lim="8000"/>
            <a:headEnd len="med" w="med" type="none"/>
            <a:tailEnd len="med" w="med" type="none"/>
          </a:ln>
        </p:spPr>
      </p:cxnSp>
      <p:cxnSp>
        <p:nvCxnSpPr>
          <p:cNvPr id="311" name="Google Shape;311;p18"/>
          <p:cNvCxnSpPr/>
          <p:nvPr/>
        </p:nvCxnSpPr>
        <p:spPr>
          <a:xfrm>
            <a:off x="4572000" y="4343400"/>
            <a:ext cx="708025" cy="441325"/>
          </a:xfrm>
          <a:prstGeom prst="straightConnector1">
            <a:avLst/>
          </a:prstGeom>
          <a:noFill/>
          <a:ln cap="sq" cmpd="sng" w="12700">
            <a:solidFill>
              <a:schemeClr val="dk1"/>
            </a:solidFill>
            <a:prstDash val="solid"/>
            <a:miter lim="8000"/>
            <a:headEnd len="med" w="med" type="none"/>
            <a:tailEnd len="med" w="med" type="none"/>
          </a:ln>
        </p:spPr>
      </p:cxnSp>
      <p:cxnSp>
        <p:nvCxnSpPr>
          <p:cNvPr id="312" name="Google Shape;312;p18"/>
          <p:cNvCxnSpPr/>
          <p:nvPr/>
        </p:nvCxnSpPr>
        <p:spPr>
          <a:xfrm>
            <a:off x="4419600" y="4343400"/>
            <a:ext cx="22225" cy="593725"/>
          </a:xfrm>
          <a:prstGeom prst="straightConnector1">
            <a:avLst/>
          </a:prstGeom>
          <a:noFill/>
          <a:ln cap="sq" cmpd="sng" w="12700">
            <a:solidFill>
              <a:schemeClr val="dk1"/>
            </a:solidFill>
            <a:prstDash val="solid"/>
            <a:miter lim="8000"/>
            <a:headEnd len="med" w="med" type="none"/>
            <a:tailEnd len="med" w="med" type="none"/>
          </a:ln>
        </p:spPr>
      </p:cxnSp>
      <p:cxnSp>
        <p:nvCxnSpPr>
          <p:cNvPr id="313" name="Google Shape;313;p18"/>
          <p:cNvCxnSpPr/>
          <p:nvPr/>
        </p:nvCxnSpPr>
        <p:spPr>
          <a:xfrm>
            <a:off x="3756025" y="5089525"/>
            <a:ext cx="0" cy="304800"/>
          </a:xfrm>
          <a:prstGeom prst="straightConnector1">
            <a:avLst/>
          </a:prstGeom>
          <a:noFill/>
          <a:ln cap="sq" cmpd="sng" w="12700">
            <a:solidFill>
              <a:schemeClr val="dk1"/>
            </a:solidFill>
            <a:prstDash val="solid"/>
            <a:miter lim="8000"/>
            <a:headEnd len="med" w="med" type="none"/>
            <a:tailEnd len="med" w="med" type="none"/>
          </a:ln>
        </p:spPr>
      </p:cxnSp>
      <p:cxnSp>
        <p:nvCxnSpPr>
          <p:cNvPr id="314" name="Google Shape;314;p18"/>
          <p:cNvCxnSpPr/>
          <p:nvPr/>
        </p:nvCxnSpPr>
        <p:spPr>
          <a:xfrm>
            <a:off x="3756025" y="5546725"/>
            <a:ext cx="0" cy="381000"/>
          </a:xfrm>
          <a:prstGeom prst="straightConnector1">
            <a:avLst/>
          </a:prstGeom>
          <a:noFill/>
          <a:ln cap="sq" cmpd="sng" w="12700">
            <a:solidFill>
              <a:schemeClr val="dk1"/>
            </a:solidFill>
            <a:prstDash val="solid"/>
            <a:miter lim="8000"/>
            <a:headEnd len="med" w="med" type="none"/>
            <a:tailEnd len="med" w="med" type="none"/>
          </a:ln>
        </p:spPr>
      </p:cxnSp>
      <p:cxnSp>
        <p:nvCxnSpPr>
          <p:cNvPr id="315" name="Google Shape;315;p18"/>
          <p:cNvCxnSpPr/>
          <p:nvPr/>
        </p:nvCxnSpPr>
        <p:spPr>
          <a:xfrm flipH="1">
            <a:off x="4975225" y="5013325"/>
            <a:ext cx="381000" cy="304800"/>
          </a:xfrm>
          <a:prstGeom prst="straightConnector1">
            <a:avLst/>
          </a:prstGeom>
          <a:noFill/>
          <a:ln cap="sq" cmpd="sng" w="12700">
            <a:solidFill>
              <a:schemeClr val="dk1"/>
            </a:solidFill>
            <a:prstDash val="solid"/>
            <a:miter lim="8000"/>
            <a:headEnd len="med" w="med" type="none"/>
            <a:tailEnd len="med" w="med" type="none"/>
          </a:ln>
        </p:spPr>
      </p:cxnSp>
      <p:cxnSp>
        <p:nvCxnSpPr>
          <p:cNvPr id="316" name="Google Shape;316;p18"/>
          <p:cNvCxnSpPr/>
          <p:nvPr/>
        </p:nvCxnSpPr>
        <p:spPr>
          <a:xfrm>
            <a:off x="5356225" y="5013325"/>
            <a:ext cx="838200" cy="304800"/>
          </a:xfrm>
          <a:prstGeom prst="straightConnector1">
            <a:avLst/>
          </a:prstGeom>
          <a:noFill/>
          <a:ln cap="sq" cmpd="sng" w="12700">
            <a:solidFill>
              <a:schemeClr val="dk1"/>
            </a:solidFill>
            <a:prstDash val="solid"/>
            <a:miter lim="8000"/>
            <a:headEnd len="med" w="med" type="none"/>
            <a:tailEnd len="med" w="med" type="none"/>
          </a:ln>
        </p:spPr>
      </p:cxnSp>
      <p:cxnSp>
        <p:nvCxnSpPr>
          <p:cNvPr id="317" name="Google Shape;317;p18"/>
          <p:cNvCxnSpPr/>
          <p:nvPr/>
        </p:nvCxnSpPr>
        <p:spPr>
          <a:xfrm>
            <a:off x="5356225" y="5013325"/>
            <a:ext cx="152400" cy="304800"/>
          </a:xfrm>
          <a:prstGeom prst="straightConnector1">
            <a:avLst/>
          </a:prstGeom>
          <a:noFill/>
          <a:ln cap="sq" cmpd="sng" w="12700">
            <a:solidFill>
              <a:schemeClr val="dk1"/>
            </a:solidFill>
            <a:prstDash val="solid"/>
            <a:miter lim="8000"/>
            <a:headEnd len="med" w="med" type="none"/>
            <a:tailEnd len="med" w="med" type="none"/>
          </a:ln>
        </p:spPr>
      </p:cxnSp>
      <p:cxnSp>
        <p:nvCxnSpPr>
          <p:cNvPr id="318" name="Google Shape;318;p18"/>
          <p:cNvCxnSpPr/>
          <p:nvPr/>
        </p:nvCxnSpPr>
        <p:spPr>
          <a:xfrm>
            <a:off x="4975225" y="5546725"/>
            <a:ext cx="0" cy="381000"/>
          </a:xfrm>
          <a:prstGeom prst="straightConnector1">
            <a:avLst/>
          </a:prstGeom>
          <a:noFill/>
          <a:ln cap="sq" cmpd="sng" w="12700">
            <a:solidFill>
              <a:schemeClr val="dk1"/>
            </a:solidFill>
            <a:prstDash val="solid"/>
            <a:miter lim="8000"/>
            <a:headEnd len="med" w="med" type="none"/>
            <a:tailEnd len="med" w="med" type="none"/>
          </a:ln>
        </p:spPr>
      </p:cxnSp>
      <p:sp>
        <p:nvSpPr>
          <p:cNvPr id="319" name="Google Shape;319;p18"/>
          <p:cNvSpPr txBox="1"/>
          <p:nvPr/>
        </p:nvSpPr>
        <p:spPr>
          <a:xfrm>
            <a:off x="4038600" y="3886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20" name="Google Shape;320;p18"/>
          <p:cNvSpPr txBox="1"/>
          <p:nvPr/>
        </p:nvSpPr>
        <p:spPr>
          <a:xfrm>
            <a:off x="3298825" y="4784725"/>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21" name="Google Shape;321;p18"/>
          <p:cNvSpPr txBox="1"/>
          <p:nvPr/>
        </p:nvSpPr>
        <p:spPr>
          <a:xfrm>
            <a:off x="4899025" y="4784725"/>
            <a:ext cx="8810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&lt;term&gt;</a:t>
            </a:r>
            <a:endParaRPr/>
          </a:p>
        </p:txBody>
      </p:sp>
      <p:sp>
        <p:nvSpPr>
          <p:cNvPr id="322" name="Google Shape;322;p18"/>
          <p:cNvSpPr txBox="1"/>
          <p:nvPr/>
        </p:nvSpPr>
        <p:spPr>
          <a:xfrm>
            <a:off x="3298825" y="5394325"/>
            <a:ext cx="8810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&lt;term&gt;</a:t>
            </a:r>
            <a:endParaRPr/>
          </a:p>
        </p:txBody>
      </p:sp>
      <p:sp>
        <p:nvSpPr>
          <p:cNvPr id="323" name="Google Shape;323;p18"/>
          <p:cNvSpPr txBox="1"/>
          <p:nvPr/>
        </p:nvSpPr>
        <p:spPr>
          <a:xfrm>
            <a:off x="4518025" y="5394325"/>
            <a:ext cx="8810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&lt;term&gt;</a:t>
            </a:r>
            <a:endParaRPr/>
          </a:p>
        </p:txBody>
      </p:sp>
      <p:sp>
        <p:nvSpPr>
          <p:cNvPr id="324" name="Google Shape;324;p18"/>
          <p:cNvSpPr txBox="1"/>
          <p:nvPr/>
        </p:nvSpPr>
        <p:spPr>
          <a:xfrm>
            <a:off x="3298825" y="6003925"/>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25" name="Google Shape;325;p18"/>
          <p:cNvSpPr txBox="1"/>
          <p:nvPr/>
        </p:nvSpPr>
        <p:spPr>
          <a:xfrm>
            <a:off x="4594225" y="6003925"/>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26" name="Google Shape;326;p18"/>
          <p:cNvSpPr txBox="1"/>
          <p:nvPr/>
        </p:nvSpPr>
        <p:spPr>
          <a:xfrm>
            <a:off x="5813425" y="5394325"/>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27" name="Google Shape;327;p18"/>
          <p:cNvSpPr txBox="1"/>
          <p:nvPr/>
        </p:nvSpPr>
        <p:spPr>
          <a:xfrm>
            <a:off x="5432425" y="5394325"/>
            <a:ext cx="2413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328" name="Google Shape;328;p18"/>
          <p:cNvSpPr txBox="1"/>
          <p:nvPr/>
        </p:nvSpPr>
        <p:spPr>
          <a:xfrm>
            <a:off x="4289425" y="4784725"/>
            <a:ext cx="254000"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35" name="Google Shape;335;p1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36" name="Google Shape;336;p19"/>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Associatividade de Operadores</a:t>
            </a:r>
            <a:endParaRPr/>
          </a:p>
        </p:txBody>
      </p:sp>
      <p:sp>
        <p:nvSpPr>
          <p:cNvPr id="337" name="Google Shape;337;p19"/>
          <p:cNvSpPr txBox="1"/>
          <p:nvPr>
            <p:ph idx="1" type="body"/>
          </p:nvPr>
        </p:nvSpPr>
        <p:spPr>
          <a:xfrm>
            <a:off x="609600" y="14478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Associatividade de operadores pode ser representado por uma gramática</a:t>
            </a:r>
            <a:endParaRPr/>
          </a:p>
          <a:p>
            <a:pPr indent="-190500" lvl="0" marL="342900" rtl="0" algn="l">
              <a:lnSpc>
                <a:spcPct val="9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&lt;expr&gt; -&gt; &lt;expr&gt; + &lt;expr&gt; |  const  (ambiguous)</a:t>
            </a:r>
            <a:endParaRPr/>
          </a:p>
          <a:p>
            <a:pPr indent="-342900" lvl="0" marL="34290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&lt;expr&gt; -&gt; &lt;expr&gt; + const  |  const  (unambiguous)</a:t>
            </a:r>
            <a:endParaRPr/>
          </a:p>
          <a:p>
            <a:pPr indent="-342900" lvl="0" marL="342900" rtl="0" algn="l">
              <a:lnSpc>
                <a:spcPct val="90000"/>
              </a:lnSpc>
              <a:spcBef>
                <a:spcPts val="400"/>
              </a:spcBef>
              <a:spcAft>
                <a:spcPts val="0"/>
              </a:spcAft>
              <a:buClr>
                <a:schemeClr val="accent2"/>
              </a:buClr>
              <a:buSzPts val="2000"/>
              <a:buFont typeface="Lucida Sans"/>
              <a:buNone/>
            </a:pPr>
            <a:r>
              <a:t/>
            </a:r>
            <a:endParaRPr b="1" i="0" sz="2000" u="none">
              <a:solidFill>
                <a:schemeClr val="accent2"/>
              </a:solidFill>
              <a:latin typeface="Arial"/>
              <a:ea typeface="Arial"/>
              <a:cs typeface="Arial"/>
              <a:sym typeface="Arial"/>
            </a:endParaRPr>
          </a:p>
          <a:p>
            <a:pPr indent="-215900" lvl="0" marL="342900" rtl="0" algn="l">
              <a:spcBef>
                <a:spcPts val="400"/>
              </a:spcBef>
              <a:spcAft>
                <a:spcPts val="0"/>
              </a:spcAft>
              <a:buClr>
                <a:schemeClr val="accent2"/>
              </a:buClr>
              <a:buSzPts val="2000"/>
              <a:buFont typeface="Lucida Sans"/>
              <a:buNone/>
            </a:pPr>
            <a:r>
              <a:t/>
            </a:r>
            <a:endParaRPr b="1" i="0" sz="2000" u="none">
              <a:solidFill>
                <a:schemeClr val="accent2"/>
              </a:solidFill>
              <a:latin typeface="Arial"/>
              <a:ea typeface="Arial"/>
              <a:cs typeface="Arial"/>
              <a:sym typeface="Arial"/>
            </a:endParaRPr>
          </a:p>
        </p:txBody>
      </p:sp>
      <p:cxnSp>
        <p:nvCxnSpPr>
          <p:cNvPr id="338" name="Google Shape;338;p19"/>
          <p:cNvCxnSpPr/>
          <p:nvPr/>
        </p:nvCxnSpPr>
        <p:spPr>
          <a:xfrm flipH="1">
            <a:off x="3679825" y="3962400"/>
            <a:ext cx="1143000" cy="457200"/>
          </a:xfrm>
          <a:prstGeom prst="straightConnector1">
            <a:avLst/>
          </a:prstGeom>
          <a:noFill/>
          <a:ln cap="sq" cmpd="sng" w="12700">
            <a:solidFill>
              <a:schemeClr val="dk1"/>
            </a:solidFill>
            <a:prstDash val="solid"/>
            <a:miter lim="8000"/>
            <a:headEnd len="med" w="med" type="none"/>
            <a:tailEnd len="med" w="med" type="none"/>
          </a:ln>
        </p:spPr>
      </p:cxnSp>
      <p:cxnSp>
        <p:nvCxnSpPr>
          <p:cNvPr id="339" name="Google Shape;339;p19"/>
          <p:cNvCxnSpPr/>
          <p:nvPr/>
        </p:nvCxnSpPr>
        <p:spPr>
          <a:xfrm>
            <a:off x="4822825" y="3962400"/>
            <a:ext cx="1143000" cy="457200"/>
          </a:xfrm>
          <a:prstGeom prst="straightConnector1">
            <a:avLst/>
          </a:prstGeom>
          <a:noFill/>
          <a:ln cap="sq" cmpd="sng" w="12700">
            <a:solidFill>
              <a:schemeClr val="dk1"/>
            </a:solidFill>
            <a:prstDash val="solid"/>
            <a:miter lim="8000"/>
            <a:headEnd len="med" w="med" type="none"/>
            <a:tailEnd len="med" w="med" type="none"/>
          </a:ln>
        </p:spPr>
      </p:cxnSp>
      <p:cxnSp>
        <p:nvCxnSpPr>
          <p:cNvPr id="340" name="Google Shape;340;p19"/>
          <p:cNvCxnSpPr/>
          <p:nvPr/>
        </p:nvCxnSpPr>
        <p:spPr>
          <a:xfrm>
            <a:off x="4822825" y="3962400"/>
            <a:ext cx="0" cy="533400"/>
          </a:xfrm>
          <a:prstGeom prst="straightConnector1">
            <a:avLst/>
          </a:prstGeom>
          <a:noFill/>
          <a:ln cap="sq" cmpd="sng" w="12700">
            <a:solidFill>
              <a:schemeClr val="dk1"/>
            </a:solidFill>
            <a:prstDash val="solid"/>
            <a:miter lim="8000"/>
            <a:headEnd len="med" w="med" type="none"/>
            <a:tailEnd len="med" w="med" type="none"/>
          </a:ln>
        </p:spPr>
      </p:cxnSp>
      <p:cxnSp>
        <p:nvCxnSpPr>
          <p:cNvPr id="341" name="Google Shape;341;p19"/>
          <p:cNvCxnSpPr/>
          <p:nvPr/>
        </p:nvCxnSpPr>
        <p:spPr>
          <a:xfrm flipH="1">
            <a:off x="3298825" y="4800600"/>
            <a:ext cx="381000" cy="457200"/>
          </a:xfrm>
          <a:prstGeom prst="straightConnector1">
            <a:avLst/>
          </a:prstGeom>
          <a:noFill/>
          <a:ln cap="sq" cmpd="sng" w="12700">
            <a:solidFill>
              <a:schemeClr val="dk1"/>
            </a:solidFill>
            <a:prstDash val="solid"/>
            <a:miter lim="8000"/>
            <a:headEnd len="med" w="med" type="none"/>
            <a:tailEnd len="med" w="med" type="none"/>
          </a:ln>
        </p:spPr>
      </p:cxnSp>
      <p:cxnSp>
        <p:nvCxnSpPr>
          <p:cNvPr id="342" name="Google Shape;342;p19"/>
          <p:cNvCxnSpPr/>
          <p:nvPr/>
        </p:nvCxnSpPr>
        <p:spPr>
          <a:xfrm>
            <a:off x="3679825" y="4800600"/>
            <a:ext cx="990600" cy="457200"/>
          </a:xfrm>
          <a:prstGeom prst="straightConnector1">
            <a:avLst/>
          </a:prstGeom>
          <a:noFill/>
          <a:ln cap="sq" cmpd="sng" w="12700">
            <a:solidFill>
              <a:schemeClr val="dk1"/>
            </a:solidFill>
            <a:prstDash val="solid"/>
            <a:miter lim="8000"/>
            <a:headEnd len="med" w="med" type="none"/>
            <a:tailEnd len="med" w="med" type="none"/>
          </a:ln>
        </p:spPr>
      </p:cxnSp>
      <p:cxnSp>
        <p:nvCxnSpPr>
          <p:cNvPr id="343" name="Google Shape;343;p19"/>
          <p:cNvCxnSpPr/>
          <p:nvPr/>
        </p:nvCxnSpPr>
        <p:spPr>
          <a:xfrm>
            <a:off x="3679825" y="4800600"/>
            <a:ext cx="304800" cy="457200"/>
          </a:xfrm>
          <a:prstGeom prst="straightConnector1">
            <a:avLst/>
          </a:prstGeom>
          <a:noFill/>
          <a:ln cap="sq" cmpd="sng" w="12700">
            <a:solidFill>
              <a:schemeClr val="dk1"/>
            </a:solidFill>
            <a:prstDash val="solid"/>
            <a:miter lim="8000"/>
            <a:headEnd len="med" w="med" type="none"/>
            <a:tailEnd len="med" w="med" type="none"/>
          </a:ln>
        </p:spPr>
      </p:cxnSp>
      <p:cxnSp>
        <p:nvCxnSpPr>
          <p:cNvPr id="344" name="Google Shape;344;p19"/>
          <p:cNvCxnSpPr/>
          <p:nvPr/>
        </p:nvCxnSpPr>
        <p:spPr>
          <a:xfrm>
            <a:off x="3298825" y="5562600"/>
            <a:ext cx="0" cy="533400"/>
          </a:xfrm>
          <a:prstGeom prst="straightConnector1">
            <a:avLst/>
          </a:prstGeom>
          <a:noFill/>
          <a:ln cap="sq" cmpd="sng" w="12700">
            <a:solidFill>
              <a:schemeClr val="dk1"/>
            </a:solidFill>
            <a:prstDash val="solid"/>
            <a:miter lim="8000"/>
            <a:headEnd len="med" w="med" type="none"/>
            <a:tailEnd len="med" w="med" type="none"/>
          </a:ln>
        </p:spPr>
      </p:cxnSp>
      <p:sp>
        <p:nvSpPr>
          <p:cNvPr id="345" name="Google Shape;345;p19"/>
          <p:cNvSpPr txBox="1"/>
          <p:nvPr/>
        </p:nvSpPr>
        <p:spPr>
          <a:xfrm>
            <a:off x="4425950" y="3516312"/>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46" name="Google Shape;346;p19"/>
          <p:cNvSpPr txBox="1"/>
          <p:nvPr/>
        </p:nvSpPr>
        <p:spPr>
          <a:xfrm>
            <a:off x="4365625" y="35052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47" name="Google Shape;347;p19"/>
          <p:cNvSpPr txBox="1"/>
          <p:nvPr/>
        </p:nvSpPr>
        <p:spPr>
          <a:xfrm>
            <a:off x="3298825" y="43434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48" name="Google Shape;348;p19"/>
          <p:cNvSpPr txBox="1"/>
          <p:nvPr/>
        </p:nvSpPr>
        <p:spPr>
          <a:xfrm>
            <a:off x="2841625" y="5181600"/>
            <a:ext cx="868362"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&lt;expr&gt;</a:t>
            </a:r>
            <a:endParaRPr/>
          </a:p>
        </p:txBody>
      </p:sp>
      <p:sp>
        <p:nvSpPr>
          <p:cNvPr id="349" name="Google Shape;349;p19"/>
          <p:cNvSpPr txBox="1"/>
          <p:nvPr/>
        </p:nvSpPr>
        <p:spPr>
          <a:xfrm>
            <a:off x="4213225" y="51816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50" name="Google Shape;350;p19"/>
          <p:cNvSpPr txBox="1"/>
          <p:nvPr/>
        </p:nvSpPr>
        <p:spPr>
          <a:xfrm>
            <a:off x="5432425" y="43434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51" name="Google Shape;351;p19"/>
          <p:cNvSpPr txBox="1"/>
          <p:nvPr/>
        </p:nvSpPr>
        <p:spPr>
          <a:xfrm>
            <a:off x="2917825" y="6019800"/>
            <a:ext cx="739775"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const</a:t>
            </a:r>
            <a:endParaRPr/>
          </a:p>
        </p:txBody>
      </p:sp>
      <p:sp>
        <p:nvSpPr>
          <p:cNvPr id="352" name="Google Shape;352;p19"/>
          <p:cNvSpPr txBox="1"/>
          <p:nvPr/>
        </p:nvSpPr>
        <p:spPr>
          <a:xfrm>
            <a:off x="4670425" y="4343400"/>
            <a:ext cx="30638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
        <p:nvSpPr>
          <p:cNvPr id="353" name="Google Shape;353;p19"/>
          <p:cNvSpPr txBox="1"/>
          <p:nvPr/>
        </p:nvSpPr>
        <p:spPr>
          <a:xfrm>
            <a:off x="3832225" y="5181600"/>
            <a:ext cx="306387" cy="396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cap="none" strike="noStrike">
                <a:solidFill>
                  <a:schemeClr val="dk1"/>
                </a:solidFill>
                <a:latin typeface="Arial Narrow"/>
                <a:ea typeface="Arial Narrow"/>
                <a:cs typeface="Arial Narrow"/>
                <a:sym typeface="Arial Narrow"/>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609600" y="381000"/>
            <a:ext cx="8534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Sem Ambiguidade para IF</a:t>
            </a:r>
            <a:endParaRPr/>
          </a:p>
        </p:txBody>
      </p:sp>
      <p:sp>
        <p:nvSpPr>
          <p:cNvPr id="359" name="Google Shape;359;p20"/>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Gramática do Java para </a:t>
            </a:r>
            <a:r>
              <a:rPr b="0" i="0" lang="en-US" sz="2400" u="none" cap="none" strike="noStrike">
                <a:solidFill>
                  <a:schemeClr val="accent2"/>
                </a:solidFill>
                <a:latin typeface="Courier New"/>
                <a:ea typeface="Courier New"/>
                <a:cs typeface="Courier New"/>
                <a:sym typeface="Courier New"/>
              </a:rPr>
              <a:t>if-then-else</a:t>
            </a:r>
            <a:endParaRPr b="0" i="0" sz="28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560"/>
              </a:spcBef>
              <a:spcAft>
                <a:spcPts val="0"/>
              </a:spcAft>
              <a:buClr>
                <a:schemeClr val="accent2"/>
              </a:buClr>
              <a:buSzPts val="2800"/>
              <a:buFont typeface="Lucida Sans"/>
              <a:buNone/>
            </a:pPr>
            <a:r>
              <a:rPr b="0" i="0" lang="en-US" sz="2800" u="none" cap="none" strike="noStrike">
                <a:solidFill>
                  <a:schemeClr val="accent2"/>
                </a:solidFill>
                <a:latin typeface="Lucida Sans"/>
                <a:ea typeface="Lucida Sans"/>
                <a:cs typeface="Lucida Sans"/>
                <a:sym typeface="Lucida Sans"/>
              </a:rPr>
              <a:t>  </a:t>
            </a:r>
            <a:r>
              <a:rPr b="0" i="0" lang="en-US" sz="2000" u="none" cap="none" strike="noStrike">
                <a:solidFill>
                  <a:schemeClr val="accent2"/>
                </a:solidFill>
                <a:latin typeface="Courier New"/>
                <a:ea typeface="Courier New"/>
                <a:cs typeface="Courier New"/>
                <a:sym typeface="Courier New"/>
              </a:rPr>
              <a:t>&lt;if_stmt&gt; -&gt; if (&lt;logic_expr&gt;) &lt;stmt&gt;</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 if (&lt;logic_expr&gt;) &lt;stmt&gt; else &lt;stmt&gt;</a:t>
            </a:r>
            <a:endParaRPr/>
          </a:p>
          <a:p>
            <a:pPr indent="-342900" lvl="0" marL="342900" marR="0" rtl="0" algn="l">
              <a:lnSpc>
                <a:spcPct val="100000"/>
              </a:lnSpc>
              <a:spcBef>
                <a:spcPts val="400"/>
              </a:spcBef>
              <a:spcAft>
                <a:spcPts val="0"/>
              </a:spcAft>
              <a:buClr>
                <a:schemeClr val="accent2"/>
              </a:buClr>
              <a:buSzPts val="2000"/>
              <a:buFont typeface="Lucida Sans"/>
              <a:buNone/>
            </a:pPr>
            <a:r>
              <a:rPr b="0" i="0" lang="en-US" sz="2000" u="none" cap="none" strike="noStrike">
                <a:solidFill>
                  <a:schemeClr val="accent2"/>
                </a:solidFill>
                <a:latin typeface="Lucida Sans"/>
                <a:ea typeface="Lucida Sans"/>
                <a:cs typeface="Lucida Sans"/>
                <a:sym typeface="Lucida Sans"/>
              </a:rPr>
              <a:t>      Ambígua!</a:t>
            </a:r>
            <a:endParaRPr/>
          </a:p>
          <a:p>
            <a:pPr indent="-342900" lvl="0" marL="342900" marR="0" rtl="0" algn="l">
              <a:lnSpc>
                <a:spcPct val="100000"/>
              </a:lnSpc>
              <a:spcBef>
                <a:spcPts val="400"/>
              </a:spcBef>
              <a:spcAft>
                <a:spcPts val="0"/>
              </a:spcAft>
              <a:buClr>
                <a:schemeClr val="accent2"/>
              </a:buClr>
              <a:buSzPts val="2000"/>
              <a:buFont typeface="Lucida Sans"/>
              <a:buNone/>
            </a:pPr>
            <a:r>
              <a:rPr b="0" i="0" lang="en-US" sz="2000" u="none" cap="none" strike="noStrike">
                <a:solidFill>
                  <a:schemeClr val="accent2"/>
                </a:solidFill>
                <a:latin typeface="Lucida Sans"/>
                <a:ea typeface="Lucida Sans"/>
                <a:cs typeface="Lucida Sans"/>
                <a:sym typeface="Lucida Sans"/>
              </a:rPr>
              <a:t>  - Gramática Não Ambígua para </a:t>
            </a:r>
            <a:r>
              <a:rPr b="0" i="0" lang="en-US" sz="2000" u="none" cap="none" strike="noStrike">
                <a:solidFill>
                  <a:schemeClr val="accent2"/>
                </a:solidFill>
                <a:latin typeface="Courier New"/>
                <a:ea typeface="Courier New"/>
                <a:cs typeface="Courier New"/>
                <a:sym typeface="Courier New"/>
              </a:rPr>
              <a:t>if-then-else</a:t>
            </a:r>
            <a:endParaRPr/>
          </a:p>
          <a:p>
            <a:pPr indent="-342900" lvl="0" marL="342900" marR="0" rtl="0" algn="l">
              <a:lnSpc>
                <a:spcPct val="100000"/>
              </a:lnSpc>
              <a:spcBef>
                <a:spcPts val="400"/>
              </a:spcBef>
              <a:spcAft>
                <a:spcPts val="0"/>
              </a:spcAft>
              <a:buClr>
                <a:schemeClr val="accent2"/>
              </a:buClr>
              <a:buSzPts val="2000"/>
              <a:buFont typeface="Lucida Sans"/>
              <a:buNone/>
            </a:pPr>
            <a:r>
              <a:t/>
            </a:r>
            <a:endParaRPr b="0" i="0" sz="20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400"/>
              </a:spcBef>
              <a:spcAft>
                <a:spcPts val="0"/>
              </a:spcAft>
              <a:buClr>
                <a:schemeClr val="accent2"/>
              </a:buClr>
              <a:buSzPts val="2000"/>
              <a:buFont typeface="Lucida Sans"/>
              <a:buNone/>
            </a:pPr>
            <a:r>
              <a:rPr b="0" i="0" lang="en-US" sz="2000" u="none" cap="none" strike="noStrike">
                <a:solidFill>
                  <a:schemeClr val="accent2"/>
                </a:solidFill>
                <a:latin typeface="Lucida Sans"/>
                <a:ea typeface="Lucida Sans"/>
                <a:cs typeface="Lucida Sans"/>
                <a:sym typeface="Lucida Sans"/>
              </a:rPr>
              <a:t>  </a:t>
            </a:r>
            <a:r>
              <a:rPr b="0" i="0" lang="en-US" sz="2000" u="none" cap="none" strike="noStrike">
                <a:solidFill>
                  <a:schemeClr val="accent2"/>
                </a:solidFill>
                <a:latin typeface="Courier New"/>
                <a:ea typeface="Courier New"/>
                <a:cs typeface="Courier New"/>
                <a:sym typeface="Courier New"/>
              </a:rPr>
              <a:t>&lt;stmt&gt; -&gt; &lt;matched&gt; | &lt;unmatched&gt;</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&lt;matched&gt; -&gt; if (&lt;logic_expr&gt;) &lt;stmt&gt;</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 a non-if statement</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&lt;unmatched&gt; -&gt; if (&lt;logic_expr&gt;) &lt;stmt&gt;</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 if (&lt;logic_expr&gt;) &lt;matched&gt; else</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cap="none" strike="noStrike">
                <a:solidFill>
                  <a:schemeClr val="accent2"/>
                </a:solidFill>
                <a:latin typeface="Courier New"/>
                <a:ea typeface="Courier New"/>
                <a:cs typeface="Courier New"/>
                <a:sym typeface="Courier New"/>
              </a:rPr>
              <a:t>                   &lt;unmatched&gt;</a:t>
            </a:r>
            <a:endParaRPr/>
          </a:p>
        </p:txBody>
      </p:sp>
      <p:sp>
        <p:nvSpPr>
          <p:cNvPr id="360" name="Google Shape;360;p2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61" name="Google Shape;361;p2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68" name="Google Shape;368;p2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69" name="Google Shape;369;p21"/>
          <p:cNvSpPr txBox="1"/>
          <p:nvPr>
            <p:ph type="title"/>
          </p:nvPr>
        </p:nvSpPr>
        <p:spPr>
          <a:xfrm>
            <a:off x="6096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Extendida</a:t>
            </a:r>
            <a:endParaRPr/>
          </a:p>
        </p:txBody>
      </p:sp>
      <p:sp>
        <p:nvSpPr>
          <p:cNvPr id="370" name="Google Shape;370;p21"/>
          <p:cNvSpPr txBox="1"/>
          <p:nvPr>
            <p:ph idx="1" type="body"/>
          </p:nvPr>
        </p:nvSpPr>
        <p:spPr>
          <a:xfrm>
            <a:off x="533400" y="1447800"/>
            <a:ext cx="8610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Termos opcionais usa-se colchetes</a:t>
            </a:r>
            <a:endParaRPr/>
          </a:p>
          <a:p>
            <a:pPr indent="-342900" lvl="0" marL="342900" rtl="0" algn="l">
              <a:lnSpc>
                <a:spcPct val="100000"/>
              </a:lnSpc>
              <a:spcBef>
                <a:spcPts val="48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	</a:t>
            </a:r>
            <a:r>
              <a:rPr b="0" i="0" lang="en-US" sz="2400" u="none">
                <a:solidFill>
                  <a:schemeClr val="accent2"/>
                </a:solidFill>
                <a:latin typeface="Courier New"/>
                <a:ea typeface="Courier New"/>
                <a:cs typeface="Courier New"/>
                <a:sym typeface="Courier New"/>
              </a:rPr>
              <a:t>&lt;proc_call&gt; -&gt; ident [(&lt;expr_list&gt;)]</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Termos que representam alternativas usa-se parenteses e barras</a:t>
            </a:r>
            <a:endParaRPr/>
          </a:p>
          <a:p>
            <a:pPr indent="-342900" lvl="0" marL="342900" rtl="0" algn="l">
              <a:lnSpc>
                <a:spcPct val="100000"/>
              </a:lnSpc>
              <a:spcBef>
                <a:spcPts val="480"/>
              </a:spcBef>
              <a:spcAft>
                <a:spcPts val="0"/>
              </a:spcAft>
              <a:buClr>
                <a:schemeClr val="accent2"/>
              </a:buClr>
              <a:buSzPts val="2400"/>
              <a:buFont typeface="Arial"/>
              <a:buNone/>
            </a:pPr>
            <a:r>
              <a:rPr b="1" i="0" lang="en-US" sz="2400" u="none">
                <a:solidFill>
                  <a:schemeClr val="accent2"/>
                </a:solidFill>
                <a:latin typeface="Arial"/>
                <a:ea typeface="Arial"/>
                <a:cs typeface="Arial"/>
                <a:sym typeface="Arial"/>
              </a:rPr>
              <a:t>	</a:t>
            </a:r>
            <a:r>
              <a:rPr b="0" i="0" lang="en-US" sz="2400" u="none">
                <a:solidFill>
                  <a:schemeClr val="accent2"/>
                </a:solidFill>
                <a:latin typeface="Courier New"/>
                <a:ea typeface="Courier New"/>
                <a:cs typeface="Courier New"/>
                <a:sym typeface="Courier New"/>
              </a:rPr>
              <a:t>&lt;term&gt; → &lt;term&gt;</a:t>
            </a:r>
            <a:r>
              <a:rPr b="0" i="0" lang="en-US" sz="2400" u="none">
                <a:solidFill>
                  <a:schemeClr val="accent2"/>
                </a:solidFill>
                <a:latin typeface="Arial"/>
                <a:ea typeface="Arial"/>
                <a:cs typeface="Arial"/>
                <a:sym typeface="Arial"/>
              </a:rPr>
              <a:t> </a:t>
            </a:r>
            <a:r>
              <a:rPr b="0" i="0" lang="en-US" sz="2400" u="none">
                <a:solidFill>
                  <a:schemeClr val="accent2"/>
                </a:solidFill>
                <a:latin typeface="Courier New"/>
                <a:ea typeface="Courier New"/>
                <a:cs typeface="Courier New"/>
                <a:sym typeface="Courier New"/>
              </a:rPr>
              <a:t>(+|-) const</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Repetições de 0 ou mais termos usa-se chaves</a:t>
            </a:r>
            <a:endParaRPr/>
          </a:p>
          <a:p>
            <a:pPr indent="-342900" lvl="0" marL="342900" rtl="0" algn="l">
              <a:lnSpc>
                <a:spcPct val="100000"/>
              </a:lnSpc>
              <a:spcBef>
                <a:spcPts val="480"/>
              </a:spcBef>
              <a:spcAft>
                <a:spcPts val="0"/>
              </a:spcAft>
              <a:buClr>
                <a:schemeClr val="accent2"/>
              </a:buClr>
              <a:buSzPts val="2400"/>
              <a:buFont typeface="Arial"/>
              <a:buNone/>
            </a:pPr>
            <a:r>
              <a:rPr b="0" i="0" lang="en-US" sz="2400" u="none">
                <a:solidFill>
                  <a:schemeClr val="accent2"/>
                </a:solidFill>
                <a:latin typeface="Arial"/>
                <a:ea typeface="Arial"/>
                <a:cs typeface="Arial"/>
                <a:sym typeface="Arial"/>
              </a:rPr>
              <a:t>	</a:t>
            </a:r>
            <a:r>
              <a:rPr b="0" i="0" lang="en-US" sz="2400" u="none">
                <a:solidFill>
                  <a:schemeClr val="accent2"/>
                </a:solidFill>
                <a:latin typeface="Courier New"/>
                <a:ea typeface="Courier New"/>
                <a:cs typeface="Courier New"/>
                <a:sym typeface="Courier New"/>
              </a:rPr>
              <a:t>&lt;ident&gt; → letter {letter|digit}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77" name="Google Shape;377;p2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78" name="Google Shape;378;p2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FNB e FNB Extendida</a:t>
            </a:r>
            <a:endParaRPr/>
          </a:p>
        </p:txBody>
      </p:sp>
      <p:sp>
        <p:nvSpPr>
          <p:cNvPr id="379" name="Google Shape;379;p22"/>
          <p:cNvSpPr txBox="1"/>
          <p:nvPr>
            <p:ph idx="1" type="body"/>
          </p:nvPr>
        </p:nvSpPr>
        <p:spPr>
          <a:xfrm>
            <a:off x="609600" y="14478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BNF</a:t>
            </a:r>
            <a:endParaRPr/>
          </a:p>
          <a:p>
            <a:pPr indent="-342900" lvl="0" marL="342900" rtl="0" algn="l">
              <a:lnSpc>
                <a:spcPct val="9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   </a:t>
            </a:r>
            <a:r>
              <a:rPr b="0" i="0" lang="en-US" sz="2400" u="none">
                <a:solidFill>
                  <a:schemeClr val="accent2"/>
                </a:solidFill>
                <a:latin typeface="Courier New"/>
                <a:ea typeface="Courier New"/>
                <a:cs typeface="Courier New"/>
                <a:sym typeface="Courier New"/>
              </a:rPr>
              <a:t>&lt;expr&gt; → &lt;expr&gt; + &lt;term&gt;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 &lt;expr&gt; - &lt;term&gt;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 &lt;term&gt;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&lt;term&gt; → &lt;term&gt; * &lt;factor&gt;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 &lt;term&gt; / &lt;factor&gt;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 &lt;factor&gt;</a:t>
            </a:r>
            <a:endParaRPr/>
          </a:p>
          <a:p>
            <a:pPr indent="-342900" lvl="0" marL="342900" rtl="0" algn="l">
              <a:lnSpc>
                <a:spcPct val="9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EBNF</a:t>
            </a:r>
            <a:endParaRPr/>
          </a:p>
          <a:p>
            <a:pPr indent="-342900" lvl="0" marL="342900" rtl="0" algn="l">
              <a:lnSpc>
                <a:spcPct val="9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   </a:t>
            </a:r>
            <a:r>
              <a:rPr b="0" i="0" lang="en-US" sz="2400" u="none">
                <a:solidFill>
                  <a:schemeClr val="accent2"/>
                </a:solidFill>
                <a:latin typeface="Courier New"/>
                <a:ea typeface="Courier New"/>
                <a:cs typeface="Courier New"/>
                <a:sym typeface="Courier New"/>
              </a:rPr>
              <a:t>&lt;expr&gt; → &lt;term&gt; {(+ | -) &lt;term&gt;}</a:t>
            </a:r>
            <a:endParaRPr/>
          </a:p>
          <a:p>
            <a:pPr indent="-342900" lvl="0" marL="342900" rtl="0" algn="l">
              <a:lnSpc>
                <a:spcPct val="9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&lt;term&gt; → &lt;factor&gt; {(* | /) &lt;factor&gt;}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4" name="Shape 384"/>
        <p:cNvGrpSpPr/>
        <p:nvPr/>
      </p:nvGrpSpPr>
      <p:grpSpPr>
        <a:xfrm>
          <a:off x="0" y="0"/>
          <a:ext cx="0" cy="0"/>
          <a:chOff x="0" y="0"/>
          <a:chExt cx="0" cy="0"/>
        </a:xfrm>
      </p:grpSpPr>
      <p:sp>
        <p:nvSpPr>
          <p:cNvPr id="385" name="Google Shape;385;p2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86" name="Google Shape;386;p2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87" name="Google Shape;387;p2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Variações recentes na FNB Extend.</a:t>
            </a:r>
            <a:endParaRPr/>
          </a:p>
        </p:txBody>
      </p:sp>
      <p:sp>
        <p:nvSpPr>
          <p:cNvPr id="388" name="Google Shape;388;p23"/>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Representações alternativas do lado direito de uma regra são colocadas em linhas separadas</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Uso do dois pontos em vez de </a:t>
            </a:r>
            <a:r>
              <a:rPr b="0" i="0" lang="en-US" sz="2800" u="none">
                <a:solidFill>
                  <a:schemeClr val="accent2"/>
                </a:solidFill>
                <a:latin typeface="Courier New"/>
                <a:ea typeface="Courier New"/>
                <a:cs typeface="Courier New"/>
                <a:sym typeface="Courier New"/>
              </a:rPr>
              <a:t>=&gt;</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Uso do </a:t>
            </a:r>
            <a:r>
              <a:rPr b="0" baseline="-25000" i="0" lang="en-US" sz="2800" u="none">
                <a:solidFill>
                  <a:schemeClr val="accent2"/>
                </a:solidFill>
                <a:latin typeface="Lucida Sans"/>
                <a:ea typeface="Lucida Sans"/>
                <a:cs typeface="Lucida Sans"/>
                <a:sym typeface="Lucida Sans"/>
              </a:rPr>
              <a:t>opt</a:t>
            </a:r>
            <a:r>
              <a:rPr b="0" i="0" lang="en-US" sz="2800" u="none">
                <a:solidFill>
                  <a:schemeClr val="accent2"/>
                </a:solidFill>
                <a:latin typeface="Lucida Sans"/>
                <a:ea typeface="Lucida Sans"/>
                <a:cs typeface="Lucida Sans"/>
                <a:sym typeface="Lucida Sans"/>
              </a:rPr>
              <a:t> para opcionais</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Uso do </a:t>
            </a:r>
            <a:r>
              <a:rPr b="0" baseline="-25000" i="0" lang="en-US" sz="2800" u="none">
                <a:solidFill>
                  <a:schemeClr val="accent2"/>
                </a:solidFill>
                <a:latin typeface="Lucida Sans"/>
                <a:ea typeface="Lucida Sans"/>
                <a:cs typeface="Lucida Sans"/>
                <a:sym typeface="Lucida Sans"/>
              </a:rPr>
              <a:t>oneof</a:t>
            </a:r>
            <a:r>
              <a:rPr b="0" i="0" lang="en-US" sz="2800" u="none">
                <a:solidFill>
                  <a:schemeClr val="accent2"/>
                </a:solidFill>
                <a:latin typeface="Lucida Sans"/>
                <a:ea typeface="Lucida Sans"/>
                <a:cs typeface="Lucida Sans"/>
                <a:sym typeface="Lucida Sans"/>
              </a:rPr>
              <a:t> para escolhas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395" name="Google Shape;395;p2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396" name="Google Shape;396;p24"/>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Estática</a:t>
            </a:r>
            <a:endParaRPr/>
          </a:p>
        </p:txBody>
      </p:sp>
      <p:sp>
        <p:nvSpPr>
          <p:cNvPr id="397" name="Google Shape;397;p24"/>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Significado das coisas</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GLC não conseguem descrever toda a sintaxe das LP</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Construtores são problemáticos: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Livre de contexto (tipos de operandos em expressões – float recebe int, mas int nao recebe float)</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Não livre de contexto (declarar variáveis antes de usar)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04" name="Google Shape;404;p2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05" name="Google Shape;405;p2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a:t>
            </a:r>
            <a:endParaRPr/>
          </a:p>
        </p:txBody>
      </p:sp>
      <p:sp>
        <p:nvSpPr>
          <p:cNvPr id="406" name="Google Shape;406;p25"/>
          <p:cNvSpPr txBox="1"/>
          <p:nvPr>
            <p:ph idx="1" type="body"/>
          </p:nvPr>
        </p:nvSpPr>
        <p:spPr>
          <a:xfrm>
            <a:off x="533400" y="1524000"/>
            <a:ext cx="8610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Gramática de Atributos (GA) adiciona semântica as GLC nos nós da árvore sintática</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Característica principal da GA</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Especificação da Semântica Estática</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Projeto do Compilador (verificar a semântica)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13" name="Google Shape;413;p2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14" name="Google Shape;414;p26"/>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 - Definição</a:t>
            </a:r>
            <a:endParaRPr/>
          </a:p>
        </p:txBody>
      </p:sp>
      <p:sp>
        <p:nvSpPr>
          <p:cNvPr id="415" name="Google Shape;415;p26"/>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GA é uma GLC G = (V, T, P, S) tal que:</a:t>
            </a:r>
            <a:endParaRPr/>
          </a:p>
          <a:p>
            <a:pPr indent="-133350" lvl="1" marL="74295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Para cada símbolo X de V, existe um conjunto de atributos A(X)</a:t>
            </a:r>
            <a:endParaRPr/>
          </a:p>
          <a:p>
            <a:pPr indent="-133350" lvl="1" marL="74295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Para cada regra existe um conjunto de funções semânticas e um conjunto de funções de predicado que fazem a verificação da consistência dos atributos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22" name="Google Shape;422;p2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23" name="Google Shape;423;p27"/>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Regra: </a:t>
            </a:r>
            <a:r>
              <a:rPr b="0" i="1" lang="en-US" sz="2800" u="none">
                <a:solidFill>
                  <a:schemeClr val="accent2"/>
                </a:solidFill>
                <a:latin typeface="Lucida Sans"/>
                <a:ea typeface="Lucida Sans"/>
                <a:cs typeface="Lucida Sans"/>
                <a:sym typeface="Lucida Sans"/>
              </a:rPr>
              <a:t>X</a:t>
            </a:r>
            <a:r>
              <a:rPr b="0" baseline="-25000" i="1" lang="en-US" sz="2800" u="none">
                <a:solidFill>
                  <a:schemeClr val="accent2"/>
                </a:solidFill>
                <a:latin typeface="Lucida Sans"/>
                <a:ea typeface="Lucida Sans"/>
                <a:cs typeface="Lucida Sans"/>
                <a:sym typeface="Lucida Sans"/>
              </a:rPr>
              <a:t>0</a:t>
            </a:r>
            <a:r>
              <a:rPr b="0" i="1" lang="en-US" sz="2800" u="none">
                <a:solidFill>
                  <a:schemeClr val="accent2"/>
                </a:solidFill>
                <a:latin typeface="Lucida Sans"/>
                <a:ea typeface="Lucida Sans"/>
                <a:cs typeface="Lucida Sans"/>
                <a:sym typeface="Lucida Sans"/>
              </a:rPr>
              <a:t> → X</a:t>
            </a:r>
            <a:r>
              <a:rPr b="0" baseline="-25000" i="1" lang="en-US" sz="2800" u="none">
                <a:solidFill>
                  <a:schemeClr val="accent2"/>
                </a:solidFill>
                <a:latin typeface="Lucida Sans"/>
                <a:ea typeface="Lucida Sans"/>
                <a:cs typeface="Lucida Sans"/>
                <a:sym typeface="Lucida Sans"/>
              </a:rPr>
              <a:t>1</a:t>
            </a:r>
            <a:r>
              <a:rPr b="0" i="1" lang="en-US" sz="2800" u="none">
                <a:solidFill>
                  <a:schemeClr val="accent2"/>
                </a:solidFill>
                <a:latin typeface="Lucida Sans"/>
                <a:ea typeface="Lucida Sans"/>
                <a:cs typeface="Lucida Sans"/>
                <a:sym typeface="Lucida Sans"/>
              </a:rPr>
              <a:t> ... X</a:t>
            </a:r>
            <a:r>
              <a:rPr b="0" baseline="-25000" i="1" lang="en-US" sz="2800" u="none">
                <a:solidFill>
                  <a:schemeClr val="accent2"/>
                </a:solidFill>
                <a:latin typeface="Lucida Sans"/>
                <a:ea typeface="Lucida Sans"/>
                <a:cs typeface="Lucida Sans"/>
                <a:sym typeface="Lucida Sans"/>
              </a:rPr>
              <a:t>n</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Funções da forma: </a:t>
            </a:r>
            <a:r>
              <a:rPr b="0" i="1" lang="en-US" sz="2800" u="none">
                <a:solidFill>
                  <a:schemeClr val="accent2"/>
                </a:solidFill>
                <a:latin typeface="Lucida Sans"/>
                <a:ea typeface="Lucida Sans"/>
                <a:cs typeface="Lucida Sans"/>
                <a:sym typeface="Lucida Sans"/>
              </a:rPr>
              <a:t>S(X</a:t>
            </a:r>
            <a:r>
              <a:rPr b="0" baseline="-25000" i="1" lang="en-US" sz="2800" u="none">
                <a:solidFill>
                  <a:schemeClr val="accent2"/>
                </a:solidFill>
                <a:latin typeface="Lucida Sans"/>
                <a:ea typeface="Lucida Sans"/>
                <a:cs typeface="Lucida Sans"/>
                <a:sym typeface="Lucida Sans"/>
              </a:rPr>
              <a:t>0</a:t>
            </a:r>
            <a:r>
              <a:rPr b="0" i="1" lang="en-US" sz="2800" u="none">
                <a:solidFill>
                  <a:schemeClr val="accent2"/>
                </a:solidFill>
                <a:latin typeface="Lucida Sans"/>
                <a:ea typeface="Lucida Sans"/>
                <a:cs typeface="Lucida Sans"/>
                <a:sym typeface="Lucida Sans"/>
              </a:rPr>
              <a:t>) = f(A(X</a:t>
            </a:r>
            <a:r>
              <a:rPr b="0" baseline="-25000" i="1" lang="en-US" sz="2800" u="none">
                <a:solidFill>
                  <a:schemeClr val="accent2"/>
                </a:solidFill>
                <a:latin typeface="Lucida Sans"/>
                <a:ea typeface="Lucida Sans"/>
                <a:cs typeface="Lucida Sans"/>
                <a:sym typeface="Lucida Sans"/>
              </a:rPr>
              <a:t>1</a:t>
            </a:r>
            <a:r>
              <a:rPr b="0" i="1" lang="en-US" sz="2800" u="none">
                <a:solidFill>
                  <a:schemeClr val="accent2"/>
                </a:solidFill>
                <a:latin typeface="Lucida Sans"/>
                <a:ea typeface="Lucida Sans"/>
                <a:cs typeface="Lucida Sans"/>
                <a:sym typeface="Lucida Sans"/>
              </a:rPr>
              <a:t>), ... ,</a:t>
            </a:r>
            <a:r>
              <a:rPr b="0" i="0" lang="en-US" sz="2800" u="none">
                <a:solidFill>
                  <a:schemeClr val="accent2"/>
                </a:solidFill>
                <a:latin typeface="Lucida Sans"/>
                <a:ea typeface="Lucida Sans"/>
                <a:cs typeface="Lucida Sans"/>
                <a:sym typeface="Lucida Sans"/>
              </a:rPr>
              <a:t> </a:t>
            </a:r>
            <a:r>
              <a:rPr b="0" i="1" lang="en-US" sz="2800" u="none">
                <a:solidFill>
                  <a:schemeClr val="accent2"/>
                </a:solidFill>
                <a:latin typeface="Lucida Sans"/>
                <a:ea typeface="Lucida Sans"/>
                <a:cs typeface="Lucida Sans"/>
                <a:sym typeface="Lucida Sans"/>
              </a:rPr>
              <a:t>A(X</a:t>
            </a:r>
            <a:r>
              <a:rPr b="0" baseline="-25000" i="1" lang="en-US" sz="2800" u="none">
                <a:solidFill>
                  <a:schemeClr val="accent2"/>
                </a:solidFill>
                <a:latin typeface="Lucida Sans"/>
                <a:ea typeface="Lucida Sans"/>
                <a:cs typeface="Lucida Sans"/>
                <a:sym typeface="Lucida Sans"/>
              </a:rPr>
              <a:t>n</a:t>
            </a:r>
            <a:r>
              <a:rPr b="0" i="1" lang="en-US" sz="2800" u="none">
                <a:solidFill>
                  <a:schemeClr val="accent2"/>
                </a:solidFill>
                <a:latin typeface="Lucida Sans"/>
                <a:ea typeface="Lucida Sans"/>
                <a:cs typeface="Lucida Sans"/>
                <a:sym typeface="Lucida Sans"/>
              </a:rPr>
              <a:t>))</a:t>
            </a:r>
            <a:r>
              <a:rPr b="0" i="0" lang="en-US" sz="2800" u="none">
                <a:solidFill>
                  <a:schemeClr val="accent2"/>
                </a:solidFill>
                <a:latin typeface="Lucida Sans"/>
                <a:ea typeface="Lucida Sans"/>
                <a:cs typeface="Lucida Sans"/>
                <a:sym typeface="Lucida Sans"/>
              </a:rPr>
              <a:t> são chamados de atributos sintetizados</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Funções da forma: </a:t>
            </a:r>
            <a:r>
              <a:rPr b="0" i="1" lang="en-US" sz="2800" u="none">
                <a:solidFill>
                  <a:schemeClr val="accent2"/>
                </a:solidFill>
                <a:latin typeface="Lucida Sans"/>
                <a:ea typeface="Lucida Sans"/>
                <a:cs typeface="Lucida Sans"/>
                <a:sym typeface="Lucida Sans"/>
              </a:rPr>
              <a:t>(X</a:t>
            </a:r>
            <a:r>
              <a:rPr b="0" baseline="-25000" i="1" lang="en-US" sz="2800" u="none">
                <a:solidFill>
                  <a:schemeClr val="accent2"/>
                </a:solidFill>
                <a:latin typeface="Lucida Sans"/>
                <a:ea typeface="Lucida Sans"/>
                <a:cs typeface="Lucida Sans"/>
                <a:sym typeface="Lucida Sans"/>
              </a:rPr>
              <a:t>j</a:t>
            </a:r>
            <a:r>
              <a:rPr b="0" i="1" lang="en-US" sz="2800" u="none">
                <a:solidFill>
                  <a:schemeClr val="accent2"/>
                </a:solidFill>
                <a:latin typeface="Lucida Sans"/>
                <a:ea typeface="Lucida Sans"/>
                <a:cs typeface="Lucida Sans"/>
                <a:sym typeface="Lucida Sans"/>
              </a:rPr>
              <a:t>) = f(A(X</a:t>
            </a:r>
            <a:r>
              <a:rPr b="0" baseline="-25000" i="1" lang="en-US" sz="2800" u="none">
                <a:solidFill>
                  <a:schemeClr val="accent2"/>
                </a:solidFill>
                <a:latin typeface="Lucida Sans"/>
                <a:ea typeface="Lucida Sans"/>
                <a:cs typeface="Lucida Sans"/>
                <a:sym typeface="Lucida Sans"/>
              </a:rPr>
              <a:t>0</a:t>
            </a:r>
            <a:r>
              <a:rPr b="0" i="1" lang="en-US" sz="2800" u="none">
                <a:solidFill>
                  <a:schemeClr val="accent2"/>
                </a:solidFill>
                <a:latin typeface="Lucida Sans"/>
                <a:ea typeface="Lucida Sans"/>
                <a:cs typeface="Lucida Sans"/>
                <a:sym typeface="Lucida Sans"/>
              </a:rPr>
              <a:t>), ... , A(X</a:t>
            </a:r>
            <a:r>
              <a:rPr b="0" baseline="-25000" i="1" lang="en-US" sz="2800" u="none">
                <a:solidFill>
                  <a:schemeClr val="accent2"/>
                </a:solidFill>
                <a:latin typeface="Lucida Sans"/>
                <a:ea typeface="Lucida Sans"/>
                <a:cs typeface="Lucida Sans"/>
                <a:sym typeface="Lucida Sans"/>
              </a:rPr>
              <a:t>n</a:t>
            </a:r>
            <a:r>
              <a:rPr b="0" i="1" lang="en-US" sz="2800" u="none">
                <a:solidFill>
                  <a:schemeClr val="accent2"/>
                </a:solidFill>
                <a:latin typeface="Lucida Sans"/>
                <a:ea typeface="Lucida Sans"/>
                <a:cs typeface="Lucida Sans"/>
                <a:sym typeface="Lucida Sans"/>
              </a:rPr>
              <a:t>)), for i &lt;= j &lt;= n</a:t>
            </a:r>
            <a:r>
              <a:rPr b="0" i="0" lang="en-US" sz="2800" u="none">
                <a:solidFill>
                  <a:schemeClr val="accent2"/>
                </a:solidFill>
                <a:latin typeface="Lucida Sans"/>
                <a:ea typeface="Lucida Sans"/>
                <a:cs typeface="Lucida Sans"/>
                <a:sym typeface="Lucida Sans"/>
              </a:rPr>
              <a:t>, são chamados de atributos herdados</a:t>
            </a:r>
            <a:endParaRPr b="0" i="1"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Inicialmente, atributos intrínsecos estão nas folhas</a:t>
            </a:r>
            <a:endParaRPr/>
          </a:p>
        </p:txBody>
      </p:sp>
      <p:sp>
        <p:nvSpPr>
          <p:cNvPr id="424" name="Google Shape;424;p2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 - Definição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31" name="Google Shape;431;p2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32" name="Google Shape;432;p2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 - Exemplo</a:t>
            </a:r>
            <a:endParaRPr/>
          </a:p>
        </p:txBody>
      </p:sp>
      <p:sp>
        <p:nvSpPr>
          <p:cNvPr id="433" name="Google Shape;433;p28"/>
          <p:cNvSpPr txBox="1"/>
          <p:nvPr>
            <p:ph idx="1" type="body"/>
          </p:nvPr>
        </p:nvSpPr>
        <p:spPr>
          <a:xfrm>
            <a:off x="533400" y="1447800"/>
            <a:ext cx="86106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3200"/>
              <a:buFont typeface="Lucida Sans"/>
              <a:buChar char="•"/>
            </a:pPr>
            <a:r>
              <a:rPr b="0" i="0" lang="en-US" sz="3200" u="none">
                <a:solidFill>
                  <a:schemeClr val="accent2"/>
                </a:solidFill>
                <a:latin typeface="Lucida Sans"/>
                <a:ea typeface="Lucida Sans"/>
                <a:cs typeface="Lucida Sans"/>
                <a:sym typeface="Lucida Sans"/>
              </a:rPr>
              <a:t>Sintaxe</a:t>
            </a:r>
            <a:endParaRPr/>
          </a:p>
          <a:p>
            <a:pPr indent="-285750" lvl="1" marL="74295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&lt;assign&gt; -&gt; &lt;var&gt; = &lt;expr&gt;</a:t>
            </a:r>
            <a:endParaRPr/>
          </a:p>
          <a:p>
            <a:pPr indent="-285750" lvl="1" marL="74295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&lt;expr&gt; -&gt; &lt;var&gt; + &lt;var&gt; | &lt;var&gt;</a:t>
            </a:r>
            <a:endParaRPr/>
          </a:p>
          <a:p>
            <a:pPr indent="-285750" lvl="1" marL="742950" rtl="0" algn="l">
              <a:lnSpc>
                <a:spcPct val="100000"/>
              </a:lnSpc>
              <a:spcBef>
                <a:spcPts val="560"/>
              </a:spcBef>
              <a:spcAft>
                <a:spcPts val="0"/>
              </a:spcAft>
              <a:buClr>
                <a:schemeClr val="accent2"/>
              </a:buClr>
              <a:buSzPts val="2800"/>
              <a:buFont typeface="Courier New"/>
              <a:buNone/>
            </a:pPr>
            <a:r>
              <a:rPr b="0" i="0" lang="en-US" sz="2800" u="none">
                <a:solidFill>
                  <a:schemeClr val="accent2"/>
                </a:solidFill>
                <a:latin typeface="Courier New"/>
                <a:ea typeface="Courier New"/>
                <a:cs typeface="Courier New"/>
                <a:sym typeface="Courier New"/>
              </a:rPr>
              <a:t>&lt;var&gt; A | B | C</a:t>
            </a:r>
            <a:endParaRPr/>
          </a:p>
          <a:p>
            <a:pPr indent="-139700" lvl="0" marL="342900" rtl="0" algn="l">
              <a:lnSpc>
                <a:spcPct val="100000"/>
              </a:lnSpc>
              <a:spcBef>
                <a:spcPts val="640"/>
              </a:spcBef>
              <a:spcAft>
                <a:spcPts val="0"/>
              </a:spcAft>
              <a:buClr>
                <a:schemeClr val="accent2"/>
              </a:buClr>
              <a:buSzPts val="3200"/>
              <a:buFont typeface="Lucida Sans"/>
              <a:buNone/>
            </a:pPr>
            <a:r>
              <a:t/>
            </a:r>
            <a:endParaRPr b="0" i="0" sz="3200" u="none">
              <a:solidFill>
                <a:schemeClr val="accent2"/>
              </a:solidFill>
              <a:latin typeface="Courier New"/>
              <a:ea typeface="Courier New"/>
              <a:cs typeface="Courier New"/>
              <a:sym typeface="Courier New"/>
            </a:endParaRPr>
          </a:p>
          <a:p>
            <a:pPr indent="-342900" lvl="0" marL="342900" rtl="0" algn="l">
              <a:lnSpc>
                <a:spcPct val="100000"/>
              </a:lnSpc>
              <a:spcBef>
                <a:spcPts val="640"/>
              </a:spcBef>
              <a:spcAft>
                <a:spcPts val="0"/>
              </a:spcAft>
              <a:buClr>
                <a:schemeClr val="accent2"/>
              </a:buClr>
              <a:buSzPts val="3200"/>
              <a:buFont typeface="Courier New"/>
              <a:buChar char="•"/>
            </a:pPr>
            <a:r>
              <a:rPr b="0" i="0" lang="en-US" sz="3200" u="none">
                <a:solidFill>
                  <a:schemeClr val="accent2"/>
                </a:solidFill>
                <a:latin typeface="Courier New"/>
                <a:ea typeface="Courier New"/>
                <a:cs typeface="Courier New"/>
                <a:sym typeface="Courier New"/>
              </a:rPr>
              <a:t>actual_type</a:t>
            </a:r>
            <a:r>
              <a:rPr b="0" i="0" lang="en-US" sz="3200" u="none">
                <a:solidFill>
                  <a:schemeClr val="accent2"/>
                </a:solidFill>
                <a:latin typeface="Lucida Sans"/>
                <a:ea typeface="Lucida Sans"/>
                <a:cs typeface="Lucida Sans"/>
                <a:sym typeface="Lucida Sans"/>
              </a:rPr>
              <a:t>: sintetizado por </a:t>
            </a:r>
            <a:r>
              <a:rPr b="0" i="0" lang="en-US" sz="3200" u="none">
                <a:solidFill>
                  <a:schemeClr val="accent2"/>
                </a:solidFill>
                <a:latin typeface="Courier New"/>
                <a:ea typeface="Courier New"/>
                <a:cs typeface="Courier New"/>
                <a:sym typeface="Courier New"/>
              </a:rPr>
              <a:t>&lt;var&gt; </a:t>
            </a:r>
            <a:r>
              <a:rPr b="0" i="0" lang="en-US" sz="3200" u="none">
                <a:solidFill>
                  <a:schemeClr val="accent2"/>
                </a:solidFill>
                <a:latin typeface="Lucida Sans"/>
                <a:ea typeface="Lucida Sans"/>
                <a:cs typeface="Lucida Sans"/>
                <a:sym typeface="Lucida Sans"/>
              </a:rPr>
              <a:t>e </a:t>
            </a:r>
            <a:r>
              <a:rPr b="0" i="0" lang="en-US" sz="3200" u="none">
                <a:solidFill>
                  <a:schemeClr val="accent2"/>
                </a:solidFill>
                <a:latin typeface="Courier New"/>
                <a:ea typeface="Courier New"/>
                <a:cs typeface="Courier New"/>
                <a:sym typeface="Courier New"/>
              </a:rPr>
              <a:t>&lt;expr&gt;</a:t>
            </a:r>
            <a:r>
              <a:rPr b="0" i="0" lang="en-US" sz="3200" u="none">
                <a:solidFill>
                  <a:schemeClr val="accent2"/>
                </a:solidFill>
                <a:latin typeface="Lucida Sans"/>
                <a:ea typeface="Lucida Sans"/>
                <a:cs typeface="Lucida Sans"/>
                <a:sym typeface="Lucida Sans"/>
              </a:rPr>
              <a:t> </a:t>
            </a:r>
            <a:endParaRPr/>
          </a:p>
          <a:p>
            <a:pPr indent="-139700" lvl="0" marL="342900" rtl="0" algn="l">
              <a:lnSpc>
                <a:spcPct val="100000"/>
              </a:lnSpc>
              <a:spcBef>
                <a:spcPts val="640"/>
              </a:spcBef>
              <a:spcAft>
                <a:spcPts val="0"/>
              </a:spcAft>
              <a:buClr>
                <a:schemeClr val="accent2"/>
              </a:buClr>
              <a:buSzPts val="3200"/>
              <a:buFont typeface="Lucida Sans"/>
              <a:buNone/>
            </a:pPr>
            <a:r>
              <a:t/>
            </a:r>
            <a:endParaRPr b="0" i="0" sz="3200" u="none">
              <a:solidFill>
                <a:schemeClr val="accent2"/>
              </a:solidFill>
              <a:latin typeface="Courier New"/>
              <a:ea typeface="Courier New"/>
              <a:cs typeface="Courier New"/>
              <a:sym typeface="Courier New"/>
            </a:endParaRPr>
          </a:p>
          <a:p>
            <a:pPr indent="-342900" lvl="0" marL="342900" rtl="0" algn="l">
              <a:lnSpc>
                <a:spcPct val="100000"/>
              </a:lnSpc>
              <a:spcBef>
                <a:spcPts val="640"/>
              </a:spcBef>
              <a:spcAft>
                <a:spcPts val="0"/>
              </a:spcAft>
              <a:buClr>
                <a:schemeClr val="accent2"/>
              </a:buClr>
              <a:buSzPts val="3200"/>
              <a:buFont typeface="Courier New"/>
              <a:buChar char="•"/>
            </a:pPr>
            <a:r>
              <a:rPr b="0" i="0" lang="en-US" sz="3200" u="none">
                <a:solidFill>
                  <a:schemeClr val="accent2"/>
                </a:solidFill>
                <a:latin typeface="Courier New"/>
                <a:ea typeface="Courier New"/>
                <a:cs typeface="Courier New"/>
                <a:sym typeface="Courier New"/>
              </a:rPr>
              <a:t>expected_type</a:t>
            </a:r>
            <a:r>
              <a:rPr b="0" i="0" lang="en-US" sz="3200" u="none">
                <a:solidFill>
                  <a:schemeClr val="accent2"/>
                </a:solidFill>
                <a:latin typeface="Lucida Sans"/>
                <a:ea typeface="Lucida Sans"/>
                <a:cs typeface="Lucida Sans"/>
                <a:sym typeface="Lucida Sans"/>
              </a:rPr>
              <a:t>: herdado por </a:t>
            </a:r>
            <a:r>
              <a:rPr b="0" i="0" lang="en-US" sz="3200" u="none">
                <a:solidFill>
                  <a:schemeClr val="accent2"/>
                </a:solidFill>
                <a:latin typeface="Courier New"/>
                <a:ea typeface="Courier New"/>
                <a:cs typeface="Courier New"/>
                <a:sym typeface="Courier New"/>
              </a:rPr>
              <a:t>&lt;expr&gt;</a:t>
            </a:r>
            <a:r>
              <a:rPr b="0" i="0" lang="en-US" sz="3200" u="none">
                <a:solidFill>
                  <a:schemeClr val="accent2"/>
                </a:solidFill>
                <a:latin typeface="Lucida Sans"/>
                <a:ea typeface="Lucida Sans"/>
                <a:cs typeface="Lucida Sans"/>
                <a:sym typeface="Lucida Sans"/>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40" name="Google Shape;440;p2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41" name="Google Shape;441;p2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 - Exemplo</a:t>
            </a:r>
            <a:endParaRPr/>
          </a:p>
        </p:txBody>
      </p:sp>
      <p:sp>
        <p:nvSpPr>
          <p:cNvPr id="442" name="Google Shape;442;p29"/>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Regra sintática:  </a:t>
            </a:r>
            <a:r>
              <a:rPr b="0" i="0" lang="en-US" sz="2400" u="none">
                <a:solidFill>
                  <a:schemeClr val="accent2"/>
                </a:solidFill>
                <a:latin typeface="Courier New"/>
                <a:ea typeface="Courier New"/>
                <a:cs typeface="Courier New"/>
                <a:sym typeface="Courier New"/>
              </a:rPr>
              <a:t>&lt;expr&gt; → &lt;var&gt;[1] + &lt;var&gt;[2]</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Regras semânticas: </a:t>
            </a:r>
            <a:endParaRPr/>
          </a:p>
          <a:p>
            <a:pPr indent="-342900" lvl="0" marL="34290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&lt;expr&gt;.actual_type ← &lt;var&gt;[1].actual_type</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Predicados: </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&lt;var&gt;[1].actual_type == &lt;var&gt;[2].actual_type</a:t>
            </a:r>
            <a:endParaRPr/>
          </a:p>
          <a:p>
            <a:pPr indent="-342900" lvl="0" marL="34290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&lt;expr&gt;.expected_type == &lt;expr&gt;.actual_type</a:t>
            </a:r>
            <a:endParaRPr/>
          </a:p>
          <a:p>
            <a:pPr indent="-215900" lvl="0" marL="342900" rtl="0" algn="l">
              <a:lnSpc>
                <a:spcPct val="10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Regra sintática:  </a:t>
            </a:r>
            <a:r>
              <a:rPr b="0" i="0" lang="en-US" sz="2400" u="none">
                <a:solidFill>
                  <a:schemeClr val="accent2"/>
                </a:solidFill>
                <a:latin typeface="Courier New"/>
                <a:ea typeface="Courier New"/>
                <a:cs typeface="Courier New"/>
                <a:sym typeface="Courier New"/>
              </a:rPr>
              <a:t>&lt;var&gt; → id</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Regra semântica:</a:t>
            </a:r>
            <a:endParaRPr/>
          </a:p>
          <a:p>
            <a:pPr indent="-342900" lvl="0" marL="34290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	&lt;var&gt;.actual_type ← lookup (&lt;var&gt;.string)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49" name="Google Shape;449;p3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50" name="Google Shape;450;p30"/>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a:t>
            </a:r>
            <a:endParaRPr/>
          </a:p>
        </p:txBody>
      </p:sp>
      <p:sp>
        <p:nvSpPr>
          <p:cNvPr id="451" name="Google Shape;451;p30"/>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Como os atributos são computados?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Se todos os atributos são herdados, a árvore pode ser preenchida usando top-down</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Se todos os atributos são sintetizados, a árvore pode ser preenchida usando bottom-up</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Na maioria dos casos, os dois tipos de atributos são utilizados e usa-se uma combinação de top-down e bottom-up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58" name="Google Shape;458;p3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59" name="Google Shape;459;p31"/>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a:t>
            </a:r>
            <a:endParaRPr/>
          </a:p>
        </p:txBody>
      </p:sp>
      <p:sp>
        <p:nvSpPr>
          <p:cNvPr id="460" name="Google Shape;460;p31"/>
          <p:cNvSpPr txBox="1"/>
          <p:nvPr>
            <p:ph idx="1" type="body"/>
          </p:nvPr>
        </p:nvSpPr>
        <p:spPr>
          <a:xfrm>
            <a:off x="457200" y="1447800"/>
            <a:ext cx="8686800"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&lt;expr&gt;.expected_type ← inherited from parent</a:t>
            </a:r>
            <a:endParaRPr/>
          </a:p>
          <a:p>
            <a:pPr indent="0" lvl="0" marL="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Courier New"/>
              <a:ea typeface="Courier New"/>
              <a:cs typeface="Courier New"/>
              <a:sym typeface="Courier New"/>
            </a:endParaRPr>
          </a:p>
          <a:p>
            <a:pPr indent="0" lvl="0" marL="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&lt;var&gt;[1].actual_type ← lookup (A)</a:t>
            </a:r>
            <a:endParaRPr/>
          </a:p>
          <a:p>
            <a:pPr indent="0" lvl="0" marL="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&lt;var&gt;[2].actual_type ← lookup (B)</a:t>
            </a:r>
            <a:endParaRPr/>
          </a:p>
          <a:p>
            <a:pPr indent="0" lvl="0" marL="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&lt;var&gt;[1].actual_type =? &lt;var&gt;[2].actual_type</a:t>
            </a:r>
            <a:endParaRPr/>
          </a:p>
          <a:p>
            <a:pPr indent="0" lvl="0" marL="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Courier New"/>
              <a:ea typeface="Courier New"/>
              <a:cs typeface="Courier New"/>
              <a:sym typeface="Courier New"/>
            </a:endParaRPr>
          </a:p>
          <a:p>
            <a:pPr indent="0" lvl="0" marL="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&lt;expr&gt;.actual_type ← &lt;var&gt;[1].actual_type</a:t>
            </a:r>
            <a:endParaRPr/>
          </a:p>
          <a:p>
            <a:pPr indent="0" lvl="0" marL="0" rtl="0" algn="l">
              <a:lnSpc>
                <a:spcPct val="100000"/>
              </a:lnSpc>
              <a:spcBef>
                <a:spcPts val="480"/>
              </a:spcBef>
              <a:spcAft>
                <a:spcPts val="0"/>
              </a:spcAft>
              <a:buClr>
                <a:schemeClr val="accent2"/>
              </a:buClr>
              <a:buSzPts val="2400"/>
              <a:buFont typeface="Courier New"/>
              <a:buNone/>
            </a:pPr>
            <a:r>
              <a:rPr b="0" i="0" lang="en-US" sz="2400" u="none">
                <a:solidFill>
                  <a:schemeClr val="accent2"/>
                </a:solidFill>
                <a:latin typeface="Courier New"/>
                <a:ea typeface="Courier New"/>
                <a:cs typeface="Courier New"/>
                <a:sym typeface="Courier New"/>
              </a:rPr>
              <a:t>&lt;expr&gt;.actual_type =? &lt;expr&gt;.expected_type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67" name="Google Shape;467;p3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68" name="Google Shape;468;p3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Gramática de Atributos - Exemplo</a:t>
            </a:r>
            <a:endParaRPr/>
          </a:p>
        </p:txBody>
      </p:sp>
      <p:pic>
        <p:nvPicPr>
          <p:cNvPr id="469" name="Google Shape;469;p32"/>
          <p:cNvPicPr preferRelativeResize="0"/>
          <p:nvPr/>
        </p:nvPicPr>
        <p:blipFill rotWithShape="1">
          <a:blip r:embed="rId3">
            <a:alphaModFix/>
          </a:blip>
          <a:srcRect b="0" l="0" r="0" t="0"/>
          <a:stretch/>
        </p:blipFill>
        <p:spPr>
          <a:xfrm>
            <a:off x="523875" y="1400175"/>
            <a:ext cx="8096250" cy="4772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76" name="Google Shape;476;p3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77" name="Google Shape;477;p3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a:t>
            </a:r>
            <a:endParaRPr/>
          </a:p>
        </p:txBody>
      </p:sp>
      <p:sp>
        <p:nvSpPr>
          <p:cNvPr id="478" name="Google Shape;478;p33"/>
          <p:cNvSpPr txBox="1"/>
          <p:nvPr>
            <p:ph idx="1" type="body"/>
          </p:nvPr>
        </p:nvSpPr>
        <p:spPr>
          <a:xfrm>
            <a:off x="609600" y="14478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Não tem uma notação padrão para descrever semântica</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Razões que levam a necessidade de uma metodologia e notação para a semântica</a:t>
            </a:r>
            <a:endParaRPr/>
          </a:p>
          <a:p>
            <a:pPr indent="-285750" lvl="1" marL="742950" rtl="0" algn="l">
              <a:lnSpc>
                <a:spcPct val="10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Programadores precisam saber o que uma sentença da linguagem faz</a:t>
            </a:r>
            <a:endParaRPr/>
          </a:p>
          <a:p>
            <a:pPr indent="-285750" lvl="1" marL="742950" rtl="0" algn="l">
              <a:lnSpc>
                <a:spcPct val="10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Escritores de compiladores precisam saber exatamente o que os construtores das linguagens fazem</a:t>
            </a:r>
            <a:endParaRPr/>
          </a:p>
          <a:p>
            <a:pPr indent="-285750" lvl="1" marL="742950" rtl="0" algn="l">
              <a:lnSpc>
                <a:spcPct val="10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Provas de corretude seriam possíveis</a:t>
            </a:r>
            <a:endParaRPr/>
          </a:p>
          <a:p>
            <a:pPr indent="-285750" lvl="1" marL="742950" rtl="0" algn="l">
              <a:lnSpc>
                <a:spcPct val="10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Projetistas poderiam detectar ambiguidade e inconsistências </a:t>
            </a:r>
            <a:endParaRPr/>
          </a:p>
          <a:p>
            <a:pPr indent="-215900" lvl="0" marL="342900" rtl="0" algn="l">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4"/>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Operacional</a:t>
            </a:r>
            <a:br>
              <a:rPr b="0" i="0" lang="en-US" sz="3600" u="none">
                <a:solidFill>
                  <a:srgbClr val="666699"/>
                </a:solidFill>
                <a:latin typeface="Lucida Sans"/>
                <a:ea typeface="Lucida Sans"/>
                <a:cs typeface="Lucida Sans"/>
                <a:sym typeface="Lucida Sans"/>
              </a:rPr>
            </a:br>
            <a:endParaRPr/>
          </a:p>
        </p:txBody>
      </p:sp>
      <p:sp>
        <p:nvSpPr>
          <p:cNvPr id="484" name="Google Shape;484;p34"/>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Semântica Operacional</a:t>
            </a:r>
            <a:endParaRPr/>
          </a:p>
          <a:p>
            <a:pPr indent="-285750" lvl="1" marL="742950" marR="0" rtl="0" algn="l">
              <a:lnSpc>
                <a:spcPct val="10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Descreve o significado de uma sentença ou programa pelos efeitos de executá-la em uma máquina, simulada ou atual, na qual as mudanças no estado da máquina (memória, registradores, etc) representam os significados da sentença ou programa</a:t>
            </a:r>
            <a:endParaRPr/>
          </a:p>
          <a:p>
            <a:pPr indent="-342900" lvl="0" marL="342900" marR="0" rtl="0" algn="l">
              <a:lnSpc>
                <a:spcPct val="100000"/>
              </a:lnSpc>
              <a:spcBef>
                <a:spcPts val="560"/>
              </a:spcBef>
              <a:spcAft>
                <a:spcPts val="0"/>
              </a:spcAft>
              <a:buClr>
                <a:srgbClr val="333399"/>
              </a:buClr>
              <a:buSzPts val="2800"/>
              <a:buFont typeface="Lucida Sans"/>
              <a:buChar char="•"/>
            </a:pPr>
            <a:r>
              <a:rPr b="0" i="0" lang="en-US" sz="2800" u="none" cap="none" strike="noStrike">
                <a:solidFill>
                  <a:srgbClr val="333399"/>
                </a:solidFill>
                <a:latin typeface="Lucida Sans"/>
                <a:ea typeface="Lucida Sans"/>
                <a:cs typeface="Lucida Sans"/>
                <a:sym typeface="Lucida Sans"/>
              </a:rPr>
              <a:t>Para usar a semântica operacional em uma linguagem de alto nível, uma máquina virtual é necessária</a:t>
            </a:r>
            <a:endParaRPr/>
          </a:p>
        </p:txBody>
      </p:sp>
      <p:sp>
        <p:nvSpPr>
          <p:cNvPr id="485" name="Google Shape;485;p3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86" name="Google Shape;486;p3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493" name="Google Shape;493;p3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494" name="Google Shape;494;p3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Operacional</a:t>
            </a:r>
            <a:endParaRPr/>
          </a:p>
        </p:txBody>
      </p:sp>
      <p:sp>
        <p:nvSpPr>
          <p:cNvPr id="495" name="Google Shape;495;p35"/>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 hardware puramente interpretado seria muito caro</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 software puramente interpretado também tem problemas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As características de um computador tornam as ações mais difíceis de entender</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Assim, a definição da semântica seria dependente da máquina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02" name="Google Shape;502;p3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503" name="Google Shape;503;p36"/>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Operacional</a:t>
            </a:r>
            <a:endParaRPr/>
          </a:p>
        </p:txBody>
      </p:sp>
      <p:sp>
        <p:nvSpPr>
          <p:cNvPr id="504" name="Google Shape;504;p36"/>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Melhor alternativa -&gt; simulação completa de um computador</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O processo</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Construir um tradutor (traduz código fonte para a máquina idealizada)</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Construir um simulador para a máquina idealizada</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Avaliação da semântica operacional</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Boa se usada informalmente (manuais de linguagens)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Extremamente complexa se usada formalmente (VDL) para descrever semântica de uma LP</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11" name="Google Shape;511;p3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512" name="Google Shape;512;p3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Operacional - Exemplo</a:t>
            </a:r>
            <a:endParaRPr/>
          </a:p>
        </p:txBody>
      </p:sp>
      <p:sp>
        <p:nvSpPr>
          <p:cNvPr id="513" name="Google Shape;513;p37"/>
          <p:cNvSpPr txBox="1"/>
          <p:nvPr>
            <p:ph idx="1" type="body"/>
          </p:nvPr>
        </p:nvSpPr>
        <p:spPr>
          <a:xfrm>
            <a:off x="0" y="1295400"/>
            <a:ext cx="9144000" cy="5105400"/>
          </a:xfrm>
          <a:prstGeom prst="rect">
            <a:avLst/>
          </a:prstGeom>
          <a:noFill/>
          <a:ln>
            <a:noFill/>
          </a:ln>
        </p:spPr>
        <p:txBody>
          <a:bodyPr anchorCtr="0" anchor="t" bIns="45700" lIns="91425" spcFirstLastPara="1" rIns="91425" wrap="square" tIns="45700">
            <a:noAutofit/>
          </a:bodyPr>
          <a:lstStyle/>
          <a:p>
            <a:pPr indent="-215900" lvl="0" marL="342900" rtl="0" algn="l">
              <a:lnSpc>
                <a:spcPct val="90000"/>
              </a:lnSpc>
              <a:spcBef>
                <a:spcPts val="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a:p>
            <a:pPr indent="-215900" lvl="0" marL="342900" rtl="0" algn="l">
              <a:lnSpc>
                <a:spcPct val="90000"/>
              </a:lnSpc>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a:p>
            <a:pPr indent="-215900" lvl="0" marL="342900" rtl="0" algn="l">
              <a:lnSpc>
                <a:spcPct val="90000"/>
              </a:lnSpc>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a:p>
            <a:pPr indent="-215900" lvl="0" marL="342900" rtl="0" algn="l">
              <a:lnSpc>
                <a:spcPct val="90000"/>
              </a:lnSpc>
              <a:spcBef>
                <a:spcPts val="400"/>
              </a:spcBef>
              <a:spcAft>
                <a:spcPts val="0"/>
              </a:spcAft>
              <a:buClr>
                <a:schemeClr val="accent2"/>
              </a:buClr>
              <a:buSzPts val="2000"/>
              <a:buFont typeface="Lucida Sans"/>
              <a:buNone/>
            </a:pPr>
            <a:r>
              <a:t/>
            </a:r>
            <a:endParaRPr b="0" i="0" sz="2000" u="none">
              <a:solidFill>
                <a:schemeClr val="accent2"/>
              </a:solidFill>
              <a:latin typeface="Lucida Sans"/>
              <a:ea typeface="Lucida Sans"/>
              <a:cs typeface="Lucida Sans"/>
              <a:sym typeface="Lucida Sans"/>
            </a:endParaRPr>
          </a:p>
          <a:p>
            <a:pPr indent="-342900" lvl="0" marL="342900" rtl="0" algn="l">
              <a:lnSpc>
                <a:spcPct val="90000"/>
              </a:lnSpc>
              <a:spcBef>
                <a:spcPts val="400"/>
              </a:spcBef>
              <a:spcAft>
                <a:spcPts val="0"/>
              </a:spcAft>
              <a:buClr>
                <a:schemeClr val="accent2"/>
              </a:buClr>
              <a:buSzPts val="2000"/>
              <a:buFont typeface="Lucida Sans"/>
              <a:buChar char="•"/>
            </a:pPr>
            <a:r>
              <a:rPr b="1" i="0" lang="en-US" sz="2000" u="none">
                <a:solidFill>
                  <a:schemeClr val="accent2"/>
                </a:solidFill>
                <a:latin typeface="Lucida Sans"/>
                <a:ea typeface="Lucida Sans"/>
                <a:cs typeface="Lucida Sans"/>
                <a:sym typeface="Lucida Sans"/>
              </a:rPr>
              <a:t>Sentença C				Significado</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for (expr1;expr2;expr3) {			expr1;</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					loop: if(expr2==0) goto out</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						...</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 						expr3;</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  						goto loop</a:t>
            </a:r>
            <a:endParaRPr/>
          </a:p>
          <a:p>
            <a:pPr indent="-342900" lvl="0" marL="342900" rtl="0" algn="l">
              <a:lnSpc>
                <a:spcPct val="90000"/>
              </a:lnSpc>
              <a:spcBef>
                <a:spcPts val="400"/>
              </a:spcBef>
              <a:spcAft>
                <a:spcPts val="0"/>
              </a:spcAft>
              <a:buClr>
                <a:schemeClr val="accent2"/>
              </a:buClr>
              <a:buSzPts val="2000"/>
              <a:buFont typeface="Lucida Sans"/>
              <a:buChar char="•"/>
            </a:pPr>
            <a:r>
              <a:rPr b="0" i="0" lang="en-US" sz="2000" u="none">
                <a:solidFill>
                  <a:schemeClr val="accent2"/>
                </a:solidFill>
                <a:latin typeface="Lucida Sans"/>
                <a:ea typeface="Lucida Sans"/>
                <a:cs typeface="Lucida Sans"/>
                <a:sym typeface="Lucida Sans"/>
              </a:rPr>
              <a:t> 					out: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20" name="Google Shape;520;p3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521" name="Google Shape;521;p3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Operacional</a:t>
            </a:r>
            <a:endParaRPr/>
          </a:p>
        </p:txBody>
      </p:sp>
      <p:sp>
        <p:nvSpPr>
          <p:cNvPr id="522" name="Google Shape;522;p38"/>
          <p:cNvSpPr txBox="1"/>
          <p:nvPr>
            <p:ph idx="1" type="body"/>
          </p:nvPr>
        </p:nvSpPr>
        <p:spPr>
          <a:xfrm>
            <a:off x="609600" y="1295400"/>
            <a:ext cx="85344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Usos da Semântica Operacional</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Manuais de linguagens e livros didáticos</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Ensino de linguagens de programação</a:t>
            </a:r>
            <a:endParaRPr/>
          </a:p>
          <a:p>
            <a:pPr indent="-342900" lvl="0" marL="342900" rtl="0" algn="l">
              <a:lnSpc>
                <a:spcPct val="9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Dois níveis de uso da semântica operacional:</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Semântica Operacional Natural (alto nível)</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Semântica Operacional Estrutural (baixo nível)</a:t>
            </a:r>
            <a:endParaRPr/>
          </a:p>
          <a:p>
            <a:pPr indent="-190500" lvl="0" marL="342900" rtl="0" algn="l">
              <a:lnSpc>
                <a:spcPct val="9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9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Avaliação</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Boa se usada informalmente</a:t>
            </a:r>
            <a:endParaRPr/>
          </a:p>
          <a:p>
            <a:pPr indent="-342900" lvl="0" marL="342900" rtl="0" algn="l">
              <a:lnSpc>
                <a:spcPct val="9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Complexa se usada formalmente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Denotacional</a:t>
            </a:r>
            <a:endParaRPr/>
          </a:p>
        </p:txBody>
      </p:sp>
      <p:sp>
        <p:nvSpPr>
          <p:cNvPr id="528" name="Google Shape;528;p39"/>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Baseada na teoria das funções recursivas</a:t>
            </a:r>
            <a:endParaRPr/>
          </a:p>
          <a:p>
            <a:pPr indent="-165100" lvl="0" marL="342900" marR="0" rtl="0" algn="l">
              <a:lnSpc>
                <a:spcPct val="100000"/>
              </a:lnSpc>
              <a:spcBef>
                <a:spcPts val="560"/>
              </a:spcBef>
              <a:spcAft>
                <a:spcPts val="0"/>
              </a:spcAft>
              <a:buClr>
                <a:schemeClr val="accent2"/>
              </a:buClr>
              <a:buSzPts val="2800"/>
              <a:buFont typeface="Lucida Sans"/>
              <a:buNone/>
            </a:pPr>
            <a:r>
              <a:t/>
            </a:r>
            <a:endParaRPr b="0" i="0" sz="28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Método mais abstrato de descrever a semântica</a:t>
            </a:r>
            <a:endParaRPr/>
          </a:p>
          <a:p>
            <a:pPr indent="-165100" lvl="0" marL="342900" marR="0" rtl="0" algn="l">
              <a:lnSpc>
                <a:spcPct val="100000"/>
              </a:lnSpc>
              <a:spcBef>
                <a:spcPts val="560"/>
              </a:spcBef>
              <a:spcAft>
                <a:spcPts val="0"/>
              </a:spcAft>
              <a:buClr>
                <a:schemeClr val="accent2"/>
              </a:buClr>
              <a:buSzPts val="2800"/>
              <a:buFont typeface="Lucida Sans"/>
              <a:buNone/>
            </a:pPr>
            <a:r>
              <a:t/>
            </a:r>
            <a:endParaRPr b="0" i="0" sz="28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Desenvolvida por Scott e Strachey (1970)</a:t>
            </a:r>
            <a:endParaRPr/>
          </a:p>
        </p:txBody>
      </p:sp>
      <p:sp>
        <p:nvSpPr>
          <p:cNvPr id="529" name="Google Shape;529;p3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30" name="Google Shape;530;p3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0"/>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Denotacional</a:t>
            </a:r>
            <a:endParaRPr/>
          </a:p>
        </p:txBody>
      </p:sp>
      <p:sp>
        <p:nvSpPr>
          <p:cNvPr id="536" name="Google Shape;536;p40"/>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O processo de construir uma especificação denotacional para uma linguagem</a:t>
            </a:r>
            <a:endParaRPr/>
          </a:p>
          <a:p>
            <a:pPr indent="-342900" lvl="0" marL="342900" marR="0" rtl="0" algn="l">
              <a:lnSpc>
                <a:spcPct val="10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 Definir um objeto matemático para cada entidade da linguagem</a:t>
            </a:r>
            <a:endParaRPr/>
          </a:p>
          <a:p>
            <a:pPr indent="-285750" lvl="1" marL="742950" marR="0" rtl="0" algn="l">
              <a:lnSpc>
                <a:spcPct val="100000"/>
              </a:lnSpc>
              <a:spcBef>
                <a:spcPts val="480"/>
              </a:spcBef>
              <a:spcAft>
                <a:spcPts val="0"/>
              </a:spcAft>
              <a:buClr>
                <a:schemeClr val="accent2"/>
              </a:buClr>
              <a:buSzPts val="2400"/>
              <a:buFont typeface="Lucida Sans"/>
              <a:buChar char="–"/>
            </a:pPr>
            <a:r>
              <a:rPr b="0" i="0" lang="en-US" sz="2400" u="none" cap="none" strike="noStrike">
                <a:solidFill>
                  <a:schemeClr val="accent2"/>
                </a:solidFill>
                <a:latin typeface="Lucida Sans"/>
                <a:ea typeface="Lucida Sans"/>
                <a:cs typeface="Lucida Sans"/>
                <a:sym typeface="Lucida Sans"/>
              </a:rPr>
              <a:t>Definir uma função que mapeia as instâncias das entidades da linguagem em instâncias correspondentes aos objetos matemáticos</a:t>
            </a:r>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Denotacional pois os objetos matemáticos denotam o significados de suas entidades sintáticas correspondentes</a:t>
            </a:r>
            <a:endParaRPr/>
          </a:p>
        </p:txBody>
      </p:sp>
      <p:sp>
        <p:nvSpPr>
          <p:cNvPr id="537" name="Google Shape;537;p4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38" name="Google Shape;538;p4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1"/>
          <p:cNvSpPr txBox="1"/>
          <p:nvPr>
            <p:ph type="title"/>
          </p:nvPr>
        </p:nvSpPr>
        <p:spPr>
          <a:xfrm>
            <a:off x="0" y="381000"/>
            <a:ext cx="91440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Denotacional: </a:t>
            </a:r>
            <a:r>
              <a:rPr b="0" i="0" lang="en-US" sz="2400" u="none">
                <a:solidFill>
                  <a:srgbClr val="666699"/>
                </a:solidFill>
                <a:latin typeface="Lucida Sans"/>
                <a:ea typeface="Lucida Sans"/>
                <a:cs typeface="Lucida Sans"/>
                <a:sym typeface="Lucida Sans"/>
              </a:rPr>
              <a:t>estado do programa</a:t>
            </a:r>
            <a:endParaRPr/>
          </a:p>
        </p:txBody>
      </p:sp>
      <p:sp>
        <p:nvSpPr>
          <p:cNvPr id="544" name="Google Shape;544;p41"/>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O estado de um programa é formado pelos valores de todas as variáveis</a:t>
            </a:r>
            <a:endParaRPr/>
          </a:p>
          <a:p>
            <a:pPr indent="-165100" lvl="0" marL="342900" marR="0" rtl="0" algn="l">
              <a:lnSpc>
                <a:spcPct val="100000"/>
              </a:lnSpc>
              <a:spcBef>
                <a:spcPts val="560"/>
              </a:spcBef>
              <a:spcAft>
                <a:spcPts val="0"/>
              </a:spcAft>
              <a:buClr>
                <a:schemeClr val="accent2"/>
              </a:buClr>
              <a:buSzPts val="2800"/>
              <a:buFont typeface="Lucida Sans"/>
              <a:buNone/>
            </a:pPr>
            <a:r>
              <a:t/>
            </a:r>
            <a:endParaRPr b="0" i="0" sz="28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480"/>
              </a:spcBef>
              <a:spcAft>
                <a:spcPts val="0"/>
              </a:spcAft>
              <a:buClr>
                <a:schemeClr val="accent2"/>
              </a:buClr>
              <a:buSzPts val="2400"/>
              <a:buFont typeface="Courier New"/>
              <a:buNone/>
            </a:pPr>
            <a:r>
              <a:rPr b="0" i="0" lang="en-US" sz="2400" u="none" cap="none" strike="noStrike">
                <a:solidFill>
                  <a:schemeClr val="accent2"/>
                </a:solidFill>
                <a:latin typeface="Courier New"/>
                <a:ea typeface="Courier New"/>
                <a:cs typeface="Courier New"/>
                <a:sym typeface="Courier New"/>
              </a:rPr>
              <a:t>      s = {&lt;i</a:t>
            </a:r>
            <a:r>
              <a:rPr b="0" baseline="-25000" i="0" lang="en-US" sz="2400" u="none" cap="none" strike="noStrike">
                <a:solidFill>
                  <a:schemeClr val="accent2"/>
                </a:solidFill>
                <a:latin typeface="Courier New"/>
                <a:ea typeface="Courier New"/>
                <a:cs typeface="Courier New"/>
                <a:sym typeface="Courier New"/>
              </a:rPr>
              <a:t>1</a:t>
            </a:r>
            <a:r>
              <a:rPr b="0" i="0" lang="en-US" sz="2400" u="none" cap="none" strike="noStrike">
                <a:solidFill>
                  <a:schemeClr val="accent2"/>
                </a:solidFill>
                <a:latin typeface="Courier New"/>
                <a:ea typeface="Courier New"/>
                <a:cs typeface="Courier New"/>
                <a:sym typeface="Courier New"/>
              </a:rPr>
              <a:t>, v</a:t>
            </a:r>
            <a:r>
              <a:rPr b="0" baseline="-25000" i="0" lang="en-US" sz="2400" u="none" cap="none" strike="noStrike">
                <a:solidFill>
                  <a:schemeClr val="accent2"/>
                </a:solidFill>
                <a:latin typeface="Courier New"/>
                <a:ea typeface="Courier New"/>
                <a:cs typeface="Courier New"/>
                <a:sym typeface="Courier New"/>
              </a:rPr>
              <a:t>1</a:t>
            </a:r>
            <a:r>
              <a:rPr b="0" i="0" lang="en-US" sz="2400" u="none" cap="none" strike="noStrike">
                <a:solidFill>
                  <a:schemeClr val="accent2"/>
                </a:solidFill>
                <a:latin typeface="Courier New"/>
                <a:ea typeface="Courier New"/>
                <a:cs typeface="Courier New"/>
                <a:sym typeface="Courier New"/>
              </a:rPr>
              <a:t>&gt;, &lt;i</a:t>
            </a:r>
            <a:r>
              <a:rPr b="0" baseline="-25000" i="0" lang="en-US" sz="2400" u="none" cap="none" strike="noStrike">
                <a:solidFill>
                  <a:schemeClr val="accent2"/>
                </a:solidFill>
                <a:latin typeface="Courier New"/>
                <a:ea typeface="Courier New"/>
                <a:cs typeface="Courier New"/>
                <a:sym typeface="Courier New"/>
              </a:rPr>
              <a:t>2</a:t>
            </a:r>
            <a:r>
              <a:rPr b="0" i="0" lang="en-US" sz="2400" u="none" cap="none" strike="noStrike">
                <a:solidFill>
                  <a:schemeClr val="accent2"/>
                </a:solidFill>
                <a:latin typeface="Courier New"/>
                <a:ea typeface="Courier New"/>
                <a:cs typeface="Courier New"/>
                <a:sym typeface="Courier New"/>
              </a:rPr>
              <a:t>, v</a:t>
            </a:r>
            <a:r>
              <a:rPr b="0" baseline="-25000" i="0" lang="en-US" sz="2400" u="none" cap="none" strike="noStrike">
                <a:solidFill>
                  <a:schemeClr val="accent2"/>
                </a:solidFill>
                <a:latin typeface="Courier New"/>
                <a:ea typeface="Courier New"/>
                <a:cs typeface="Courier New"/>
                <a:sym typeface="Courier New"/>
              </a:rPr>
              <a:t>2</a:t>
            </a:r>
            <a:r>
              <a:rPr b="0" i="0" lang="en-US" sz="2400" u="none" cap="none" strike="noStrike">
                <a:solidFill>
                  <a:schemeClr val="accent2"/>
                </a:solidFill>
                <a:latin typeface="Courier New"/>
                <a:ea typeface="Courier New"/>
                <a:cs typeface="Courier New"/>
                <a:sym typeface="Courier New"/>
              </a:rPr>
              <a:t>&gt;, …, &lt;i</a:t>
            </a:r>
            <a:r>
              <a:rPr b="0" baseline="-25000" i="0" lang="en-US" sz="2400" u="none" cap="none" strike="noStrike">
                <a:solidFill>
                  <a:schemeClr val="accent2"/>
                </a:solidFill>
                <a:latin typeface="Courier New"/>
                <a:ea typeface="Courier New"/>
                <a:cs typeface="Courier New"/>
                <a:sym typeface="Courier New"/>
              </a:rPr>
              <a:t>n</a:t>
            </a:r>
            <a:r>
              <a:rPr b="0" i="0" lang="en-US" sz="2400" u="none" cap="none" strike="noStrike">
                <a:solidFill>
                  <a:schemeClr val="accent2"/>
                </a:solidFill>
                <a:latin typeface="Courier New"/>
                <a:ea typeface="Courier New"/>
                <a:cs typeface="Courier New"/>
                <a:sym typeface="Courier New"/>
              </a:rPr>
              <a:t>, v</a:t>
            </a:r>
            <a:r>
              <a:rPr b="0" baseline="-25000" i="0" lang="en-US" sz="2400" u="none" cap="none" strike="noStrike">
                <a:solidFill>
                  <a:schemeClr val="accent2"/>
                </a:solidFill>
                <a:latin typeface="Courier New"/>
                <a:ea typeface="Courier New"/>
                <a:cs typeface="Courier New"/>
                <a:sym typeface="Courier New"/>
              </a:rPr>
              <a:t>n</a:t>
            </a:r>
            <a:r>
              <a:rPr b="0" i="0" lang="en-US" sz="2400" u="none" cap="none" strike="noStrike">
                <a:solidFill>
                  <a:schemeClr val="accent2"/>
                </a:solidFill>
                <a:latin typeface="Courier New"/>
                <a:ea typeface="Courier New"/>
                <a:cs typeface="Courier New"/>
                <a:sym typeface="Courier New"/>
              </a:rPr>
              <a:t>&gt;}</a:t>
            </a:r>
            <a:endParaRPr/>
          </a:p>
          <a:p>
            <a:pPr indent="-190500" lvl="0" marL="342900" marR="0" rtl="0" algn="l">
              <a:lnSpc>
                <a:spcPct val="100000"/>
              </a:lnSpc>
              <a:spcBef>
                <a:spcPts val="480"/>
              </a:spcBef>
              <a:spcAft>
                <a:spcPts val="0"/>
              </a:spcAft>
              <a:buClr>
                <a:schemeClr val="accent2"/>
              </a:buClr>
              <a:buSzPts val="2400"/>
              <a:buFont typeface="Lucida Sans"/>
              <a:buNone/>
            </a:pPr>
            <a:r>
              <a:t/>
            </a:r>
            <a:endParaRPr b="1" i="0" sz="2400" u="none" cap="none" strike="noStrike">
              <a:solidFill>
                <a:schemeClr val="accent2"/>
              </a:solidFill>
              <a:latin typeface="Courier New"/>
              <a:ea typeface="Courier New"/>
              <a:cs typeface="Courier New"/>
              <a:sym typeface="Courier New"/>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cap="none" strike="noStrike">
                <a:solidFill>
                  <a:schemeClr val="accent2"/>
                </a:solidFill>
                <a:latin typeface="Lucida Sans"/>
                <a:ea typeface="Lucida Sans"/>
                <a:cs typeface="Lucida Sans"/>
                <a:sym typeface="Lucida Sans"/>
              </a:rPr>
              <a:t>Suponha que VARMAP é uma função que, dado o nome de uma variável, e seu estado, retorna o valor da variável</a:t>
            </a:r>
            <a:endParaRPr/>
          </a:p>
          <a:p>
            <a:pPr indent="-342900" lvl="0" marL="342900" marR="0" rtl="0" algn="l">
              <a:lnSpc>
                <a:spcPct val="100000"/>
              </a:lnSpc>
              <a:spcBef>
                <a:spcPts val="560"/>
              </a:spcBef>
              <a:spcAft>
                <a:spcPts val="0"/>
              </a:spcAft>
              <a:buClr>
                <a:schemeClr val="accent2"/>
              </a:buClr>
              <a:buSzPts val="2800"/>
              <a:buFont typeface="Lucida Sans"/>
              <a:buNone/>
            </a:pPr>
            <a:r>
              <a:rPr b="0" i="0" lang="en-US" sz="2800" u="none" cap="none" strike="noStrike">
                <a:solidFill>
                  <a:schemeClr val="accent2"/>
                </a:solidFill>
                <a:latin typeface="Lucida Sans"/>
                <a:ea typeface="Lucida Sans"/>
                <a:cs typeface="Lucida Sans"/>
                <a:sym typeface="Lucida Sans"/>
              </a:rPr>
              <a:t>         </a:t>
            </a:r>
            <a:r>
              <a:rPr b="0" i="0" lang="en-US" sz="2800" u="none" cap="none" strike="noStrike">
                <a:solidFill>
                  <a:schemeClr val="accent2"/>
                </a:solidFill>
                <a:latin typeface="Courier New"/>
                <a:ea typeface="Courier New"/>
                <a:cs typeface="Courier New"/>
                <a:sym typeface="Courier New"/>
              </a:rPr>
              <a:t>VARMAP(i</a:t>
            </a:r>
            <a:r>
              <a:rPr b="0" baseline="-25000" i="0" lang="en-US" sz="2800" u="none" cap="none" strike="noStrike">
                <a:solidFill>
                  <a:schemeClr val="accent2"/>
                </a:solidFill>
                <a:latin typeface="Courier New"/>
                <a:ea typeface="Courier New"/>
                <a:cs typeface="Courier New"/>
                <a:sym typeface="Courier New"/>
              </a:rPr>
              <a:t>j</a:t>
            </a:r>
            <a:r>
              <a:rPr b="0" i="0" lang="en-US" sz="2800" u="none" cap="none" strike="noStrike">
                <a:solidFill>
                  <a:schemeClr val="accent2"/>
                </a:solidFill>
                <a:latin typeface="Courier New"/>
                <a:ea typeface="Courier New"/>
                <a:cs typeface="Courier New"/>
                <a:sym typeface="Courier New"/>
              </a:rPr>
              <a:t>, s) = v</a:t>
            </a:r>
            <a:r>
              <a:rPr b="0" baseline="-25000" i="0" lang="en-US" sz="2800" u="none" cap="none" strike="noStrike">
                <a:solidFill>
                  <a:schemeClr val="accent2"/>
                </a:solidFill>
                <a:latin typeface="Courier New"/>
                <a:ea typeface="Courier New"/>
                <a:cs typeface="Courier New"/>
                <a:sym typeface="Courier New"/>
              </a:rPr>
              <a:t>j</a:t>
            </a:r>
            <a:endParaRPr/>
          </a:p>
          <a:p>
            <a:pPr indent="-165100" lvl="0" marL="342900" marR="0" rtl="0" algn="l">
              <a:spcBef>
                <a:spcPts val="560"/>
              </a:spcBef>
              <a:spcAft>
                <a:spcPts val="0"/>
              </a:spcAft>
              <a:buClr>
                <a:schemeClr val="accent2"/>
              </a:buClr>
              <a:buSzPts val="2800"/>
              <a:buFont typeface="Lucida Sans"/>
              <a:buNone/>
            </a:pPr>
            <a:r>
              <a:t/>
            </a:r>
            <a:endParaRPr b="0" baseline="-25000" i="0" sz="2800" u="none">
              <a:solidFill>
                <a:schemeClr val="accent2"/>
              </a:solidFill>
              <a:latin typeface="Courier New"/>
              <a:ea typeface="Courier New"/>
              <a:cs typeface="Courier New"/>
              <a:sym typeface="Courier New"/>
            </a:endParaRPr>
          </a:p>
        </p:txBody>
      </p:sp>
      <p:sp>
        <p:nvSpPr>
          <p:cNvPr id="545" name="Google Shape;545;p4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46" name="Google Shape;546;p4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Números Decimais</a:t>
            </a:r>
            <a:endParaRPr/>
          </a:p>
        </p:txBody>
      </p:sp>
      <p:sp>
        <p:nvSpPr>
          <p:cNvPr id="552" name="Google Shape;552;p42"/>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&lt;dec_num&gt; →  '0' | '1' | '2' | '3' | '4' | '5' | </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'6' | '7' | '8' | '9' | </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&lt;dec_num&gt; ('0' | '1' | '2' | '3' |</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'4' | '5' | '6' | '7' | </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'8' | '9')</a:t>
            </a:r>
            <a:endParaRPr/>
          </a:p>
          <a:p>
            <a:pPr indent="-342900" lvl="0" marL="342900" marR="0" rtl="0" algn="l">
              <a:lnSpc>
                <a:spcPct val="9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('0') = 0,  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('1') = 1, …,  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('9') = 9</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 '0') = 10 * 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 '1’) = 10 * 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 + 1</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 '9') = 10 * M</a:t>
            </a:r>
            <a:r>
              <a:rPr b="0" baseline="-25000" i="0" lang="en-US" sz="2000" u="none">
                <a:solidFill>
                  <a:schemeClr val="accent2"/>
                </a:solidFill>
                <a:latin typeface="Courier New"/>
                <a:ea typeface="Courier New"/>
                <a:cs typeface="Courier New"/>
                <a:sym typeface="Courier New"/>
              </a:rPr>
              <a:t>dec</a:t>
            </a:r>
            <a:r>
              <a:rPr b="0" i="0" lang="en-US" sz="2000" u="none">
                <a:solidFill>
                  <a:schemeClr val="accent2"/>
                </a:solidFill>
                <a:latin typeface="Courier New"/>
                <a:ea typeface="Courier New"/>
                <a:cs typeface="Courier New"/>
                <a:sym typeface="Courier New"/>
              </a:rPr>
              <a:t> (&lt;dec_num&gt;) + 9</a:t>
            </a:r>
            <a:endParaRPr/>
          </a:p>
          <a:p>
            <a:pPr indent="-215900" lvl="0" marL="342900" marR="0" rtl="0" algn="l">
              <a:lnSpc>
                <a:spcPct val="90000"/>
              </a:lnSpc>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p:txBody>
      </p:sp>
      <p:sp>
        <p:nvSpPr>
          <p:cNvPr id="553" name="Google Shape;553;p4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54" name="Google Shape;554;p4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Expressões</a:t>
            </a:r>
            <a:endParaRPr/>
          </a:p>
        </p:txBody>
      </p:sp>
      <p:sp>
        <p:nvSpPr>
          <p:cNvPr id="560" name="Google Shape;560;p43"/>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Mapeia as expressões em Z ∪ {error}, que denota o domínio semântico para a especificação denotacional das expressões</a:t>
            </a:r>
            <a:endParaRPr/>
          </a:p>
          <a:p>
            <a:pPr indent="-165100" lvl="0" marL="342900" marR="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Assume que expressões são números decimais, variáveis, ou expressões binárias que tem um operador aritmético e dois operandos, e cada um deles pode ser uma expressão</a:t>
            </a:r>
            <a:endParaRPr/>
          </a:p>
        </p:txBody>
      </p:sp>
      <p:sp>
        <p:nvSpPr>
          <p:cNvPr id="561" name="Google Shape;561;p4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62" name="Google Shape;562;p4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6" name="Shape 566"/>
        <p:cNvGrpSpPr/>
        <p:nvPr/>
      </p:nvGrpSpPr>
      <p:grpSpPr>
        <a:xfrm>
          <a:off x="0" y="0"/>
          <a:ext cx="0" cy="0"/>
          <a:chOff x="0" y="0"/>
          <a:chExt cx="0" cy="0"/>
        </a:xfrm>
      </p:grpSpPr>
      <p:sp>
        <p:nvSpPr>
          <p:cNvPr id="567" name="Google Shape;567;p44"/>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Expressões</a:t>
            </a:r>
            <a:endParaRPr/>
          </a:p>
        </p:txBody>
      </p:sp>
      <p:sp>
        <p:nvSpPr>
          <p:cNvPr id="568" name="Google Shape;568;p44"/>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M</a:t>
            </a:r>
            <a:r>
              <a:rPr b="0" baseline="-25000" i="0" lang="en-US" sz="1600" u="none">
                <a:solidFill>
                  <a:schemeClr val="accent2"/>
                </a:solidFill>
                <a:latin typeface="Courier New"/>
                <a:ea typeface="Courier New"/>
                <a:cs typeface="Courier New"/>
                <a:sym typeface="Courier New"/>
              </a:rPr>
              <a:t>e</a:t>
            </a:r>
            <a:r>
              <a:rPr b="0" i="0" lang="en-US" sz="1600" u="none">
                <a:solidFill>
                  <a:schemeClr val="accent2"/>
                </a:solidFill>
                <a:latin typeface="Courier New"/>
                <a:ea typeface="Courier New"/>
                <a:cs typeface="Courier New"/>
                <a:sym typeface="Courier New"/>
              </a:rPr>
              <a:t>(&lt;expr&gt;, s) Δ=</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case &lt;expr&gt; of</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&lt;dec_num&gt; =&gt; M</a:t>
            </a:r>
            <a:r>
              <a:rPr b="0" baseline="-25000" i="0" lang="en-US" sz="1600" u="none">
                <a:solidFill>
                  <a:schemeClr val="accent2"/>
                </a:solidFill>
                <a:latin typeface="Courier New"/>
                <a:ea typeface="Courier New"/>
                <a:cs typeface="Courier New"/>
                <a:sym typeface="Courier New"/>
              </a:rPr>
              <a:t>dec</a:t>
            </a:r>
            <a:r>
              <a:rPr b="0" i="0" lang="en-US" sz="1600" u="none">
                <a:solidFill>
                  <a:schemeClr val="accent2"/>
                </a:solidFill>
                <a:latin typeface="Courier New"/>
                <a:ea typeface="Courier New"/>
                <a:cs typeface="Courier New"/>
                <a:sym typeface="Courier New"/>
              </a:rPr>
              <a:t>(&lt;dec_num&gt;, s)</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&lt;var&gt; =&gt; </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if VARMAP(&lt;var&gt;, s) == undef</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then error</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else VARMAP(&lt;var&gt;, s)</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&lt;binary_expr&gt; =&gt; </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if (M</a:t>
            </a:r>
            <a:r>
              <a:rPr b="0" baseline="-25000" i="0" lang="en-US" sz="1600" u="none">
                <a:solidFill>
                  <a:schemeClr val="accent2"/>
                </a:solidFill>
                <a:latin typeface="Courier New"/>
                <a:ea typeface="Courier New"/>
                <a:cs typeface="Courier New"/>
                <a:sym typeface="Courier New"/>
              </a:rPr>
              <a:t>e</a:t>
            </a:r>
            <a:r>
              <a:rPr b="0" i="0" lang="en-US" sz="1600" u="none">
                <a:solidFill>
                  <a:schemeClr val="accent2"/>
                </a:solidFill>
                <a:latin typeface="Courier New"/>
                <a:ea typeface="Courier New"/>
                <a:cs typeface="Courier New"/>
                <a:sym typeface="Courier New"/>
              </a:rPr>
              <a:t>(&lt;binary_expr&gt;.&lt;left_expr&gt;, s) == undef</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OR M</a:t>
            </a:r>
            <a:r>
              <a:rPr b="0" baseline="-25000" i="0" lang="en-US" sz="1600" u="none">
                <a:solidFill>
                  <a:schemeClr val="accent2"/>
                </a:solidFill>
                <a:latin typeface="Courier New"/>
                <a:ea typeface="Courier New"/>
                <a:cs typeface="Courier New"/>
                <a:sym typeface="Courier New"/>
              </a:rPr>
              <a:t>e</a:t>
            </a:r>
            <a:r>
              <a:rPr b="0" i="0" lang="en-US" sz="1600" u="none">
                <a:solidFill>
                  <a:schemeClr val="accent2"/>
                </a:solidFill>
                <a:latin typeface="Courier New"/>
                <a:ea typeface="Courier New"/>
                <a:cs typeface="Courier New"/>
                <a:sym typeface="Courier New"/>
              </a:rPr>
              <a:t>(&lt;binary_expr&gt;.&lt;right_expr&gt;, s) =</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undef)</a:t>
            </a:r>
            <a:endParaRPr/>
          </a:p>
          <a:p>
            <a:pPr indent="-342900" lvl="0" marL="342900" marR="0" rtl="0" algn="l">
              <a:lnSpc>
                <a:spcPct val="80000"/>
              </a:lnSpc>
              <a:spcBef>
                <a:spcPts val="0"/>
              </a:spcBef>
              <a:spcAft>
                <a:spcPts val="0"/>
              </a:spcAft>
              <a:buClr>
                <a:schemeClr val="accent2"/>
              </a:buClr>
              <a:buSzPts val="1600"/>
              <a:buFont typeface="Courier New"/>
              <a:buNone/>
            </a:pPr>
            <a:r>
              <a:rPr b="0" i="0" lang="en-US" sz="1600" u="none">
                <a:solidFill>
                  <a:schemeClr val="accent2"/>
                </a:solidFill>
                <a:latin typeface="Courier New"/>
                <a:ea typeface="Courier New"/>
                <a:cs typeface="Courier New"/>
                <a:sym typeface="Courier New"/>
              </a:rPr>
              <a:t>               then error</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else</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if (&lt;binary_expr&gt;.&lt;operator&gt; == </a:t>
            </a:r>
            <a:r>
              <a:rPr b="0" i="0" lang="en-US" sz="1500" u="none" cap="none" strike="noStrike">
                <a:solidFill>
                  <a:srgbClr val="666699"/>
                </a:solidFill>
                <a:latin typeface="Courier New"/>
                <a:ea typeface="Courier New"/>
                <a:cs typeface="Courier New"/>
                <a:sym typeface="Courier New"/>
              </a:rPr>
              <a:t>'</a:t>
            </a:r>
            <a:r>
              <a:rPr b="0" i="0" lang="en-US" sz="1700" u="none" cap="none" strike="noStrike">
                <a:solidFill>
                  <a:srgbClr val="666699"/>
                </a:solidFill>
                <a:latin typeface="Courier New"/>
                <a:ea typeface="Courier New"/>
                <a:cs typeface="Courier New"/>
                <a:sym typeface="Courier New"/>
              </a:rPr>
              <a:t>+</a:t>
            </a:r>
            <a:r>
              <a:rPr b="0" i="0" lang="en-US" sz="1500" u="none" cap="none" strike="noStrike">
                <a:solidFill>
                  <a:srgbClr val="666699"/>
                </a:solidFill>
                <a:latin typeface="Courier New"/>
                <a:ea typeface="Courier New"/>
                <a:cs typeface="Courier New"/>
                <a:sym typeface="Courier New"/>
              </a:rPr>
              <a:t>'</a:t>
            </a:r>
            <a:r>
              <a:rPr b="0" i="0" lang="en-US" sz="1700" u="none" cap="none" strike="noStrike">
                <a:solidFill>
                  <a:srgbClr val="666699"/>
                </a:solidFill>
                <a:latin typeface="Courier New"/>
                <a:ea typeface="Courier New"/>
                <a:cs typeface="Courier New"/>
                <a:sym typeface="Courier New"/>
              </a:rPr>
              <a:t> then</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M</a:t>
            </a:r>
            <a:r>
              <a:rPr b="0" baseline="-25000" i="0" lang="en-US" sz="1700" u="none" cap="none" strike="noStrike">
                <a:solidFill>
                  <a:srgbClr val="666699"/>
                </a:solidFill>
                <a:latin typeface="Courier New"/>
                <a:ea typeface="Courier New"/>
                <a:cs typeface="Courier New"/>
                <a:sym typeface="Courier New"/>
              </a:rPr>
              <a:t>e</a:t>
            </a:r>
            <a:r>
              <a:rPr b="0" i="0" lang="en-US" sz="1700" u="none" cap="none" strike="noStrike">
                <a:solidFill>
                  <a:srgbClr val="666699"/>
                </a:solidFill>
                <a:latin typeface="Courier New"/>
                <a:ea typeface="Courier New"/>
                <a:cs typeface="Courier New"/>
                <a:sym typeface="Courier New"/>
              </a:rPr>
              <a:t>(&lt;binary_expr&gt;.&lt;left_expr&gt;, s) + </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M</a:t>
            </a:r>
            <a:r>
              <a:rPr b="0" baseline="-25000" i="0" lang="en-US" sz="1700" u="none" cap="none" strike="noStrike">
                <a:solidFill>
                  <a:srgbClr val="666699"/>
                </a:solidFill>
                <a:latin typeface="Courier New"/>
                <a:ea typeface="Courier New"/>
                <a:cs typeface="Courier New"/>
                <a:sym typeface="Courier New"/>
              </a:rPr>
              <a:t>e</a:t>
            </a:r>
            <a:r>
              <a:rPr b="0" i="0" lang="en-US" sz="1700" u="none" cap="none" strike="noStrike">
                <a:solidFill>
                  <a:srgbClr val="666699"/>
                </a:solidFill>
                <a:latin typeface="Courier New"/>
                <a:ea typeface="Courier New"/>
                <a:cs typeface="Courier New"/>
                <a:sym typeface="Courier New"/>
              </a:rPr>
              <a:t>(&lt;binary_expr&gt;.&lt;right_expr&gt;, s)</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else M</a:t>
            </a:r>
            <a:r>
              <a:rPr b="0" baseline="-25000" i="0" lang="en-US" sz="1700" u="none" cap="none" strike="noStrike">
                <a:solidFill>
                  <a:srgbClr val="666699"/>
                </a:solidFill>
                <a:latin typeface="Courier New"/>
                <a:ea typeface="Courier New"/>
                <a:cs typeface="Courier New"/>
                <a:sym typeface="Courier New"/>
              </a:rPr>
              <a:t>e</a:t>
            </a:r>
            <a:r>
              <a:rPr b="0" i="0" lang="en-US" sz="1700" u="none" cap="none" strike="noStrike">
                <a:solidFill>
                  <a:srgbClr val="666699"/>
                </a:solidFill>
                <a:latin typeface="Courier New"/>
                <a:ea typeface="Courier New"/>
                <a:cs typeface="Courier New"/>
                <a:sym typeface="Courier New"/>
              </a:rPr>
              <a:t>(&lt;binary_expr&gt;.&lt;left_expr&gt;, s) * </a:t>
            </a:r>
            <a:endParaRPr/>
          </a:p>
          <a:p>
            <a:pPr indent="-228600" lvl="2" marL="1143000" marR="0" rtl="0" algn="l">
              <a:lnSpc>
                <a:spcPct val="96000"/>
              </a:lnSpc>
              <a:spcBef>
                <a:spcPts val="0"/>
              </a:spcBef>
              <a:spcAft>
                <a:spcPts val="0"/>
              </a:spcAft>
              <a:buClr>
                <a:srgbClr val="666699"/>
              </a:buClr>
              <a:buSzPts val="1700"/>
              <a:buFont typeface="Courier New"/>
              <a:buNone/>
            </a:pPr>
            <a:r>
              <a:rPr b="0" i="0" lang="en-US" sz="1700" u="none" cap="none" strike="noStrike">
                <a:solidFill>
                  <a:srgbClr val="666699"/>
                </a:solidFill>
                <a:latin typeface="Courier New"/>
                <a:ea typeface="Courier New"/>
                <a:cs typeface="Courier New"/>
                <a:sym typeface="Courier New"/>
              </a:rPr>
              <a:t>       M</a:t>
            </a:r>
            <a:r>
              <a:rPr b="0" baseline="-25000" i="0" lang="en-US" sz="1700" u="none" cap="none" strike="noStrike">
                <a:solidFill>
                  <a:srgbClr val="666699"/>
                </a:solidFill>
                <a:latin typeface="Courier New"/>
                <a:ea typeface="Courier New"/>
                <a:cs typeface="Courier New"/>
                <a:sym typeface="Courier New"/>
              </a:rPr>
              <a:t>e</a:t>
            </a:r>
            <a:r>
              <a:rPr b="0" i="0" lang="en-US" sz="1700" u="none" cap="none" strike="noStrike">
                <a:solidFill>
                  <a:srgbClr val="666699"/>
                </a:solidFill>
                <a:latin typeface="Courier New"/>
                <a:ea typeface="Courier New"/>
                <a:cs typeface="Courier New"/>
                <a:sym typeface="Courier New"/>
              </a:rPr>
              <a:t>(&lt;binary_expr&gt;.&lt;right_expr&gt;, s)</a:t>
            </a:r>
            <a:endParaRPr/>
          </a:p>
          <a:p>
            <a:pPr indent="-228600" lvl="2" marL="1143000" marR="0" rtl="0" algn="l">
              <a:lnSpc>
                <a:spcPct val="96000"/>
              </a:lnSpc>
              <a:spcBef>
                <a:spcPts val="0"/>
              </a:spcBef>
              <a:spcAft>
                <a:spcPts val="0"/>
              </a:spcAft>
              <a:buClr>
                <a:srgbClr val="666699"/>
              </a:buClr>
              <a:buSzPts val="1700"/>
              <a:buFont typeface="Courier New"/>
              <a:buNone/>
            </a:pPr>
            <a:r>
              <a:rPr b="1" i="0" lang="en-US" sz="1700" u="none" cap="none" strike="noStrike">
                <a:solidFill>
                  <a:srgbClr val="666699"/>
                </a:solidFill>
                <a:latin typeface="Courier New"/>
                <a:ea typeface="Courier New"/>
                <a:cs typeface="Courier New"/>
                <a:sym typeface="Courier New"/>
              </a:rPr>
              <a:t>...</a:t>
            </a:r>
            <a:endParaRPr/>
          </a:p>
          <a:p>
            <a:pPr indent="-234950" lvl="0" marL="342900" marR="0" rtl="0" algn="l">
              <a:spcBef>
                <a:spcPts val="340"/>
              </a:spcBef>
              <a:spcAft>
                <a:spcPts val="0"/>
              </a:spcAft>
              <a:buClr>
                <a:schemeClr val="accent2"/>
              </a:buClr>
              <a:buSzPts val="1700"/>
              <a:buFont typeface="Lucida Sans"/>
              <a:buNone/>
            </a:pPr>
            <a:r>
              <a:t/>
            </a:r>
            <a:endParaRPr b="1" i="0" sz="1700" u="none" cap="none" strike="noStrike">
              <a:solidFill>
                <a:srgbClr val="666699"/>
              </a:solidFill>
              <a:latin typeface="Courier New"/>
              <a:ea typeface="Courier New"/>
              <a:cs typeface="Courier New"/>
              <a:sym typeface="Courier New"/>
            </a:endParaRPr>
          </a:p>
        </p:txBody>
      </p:sp>
      <p:sp>
        <p:nvSpPr>
          <p:cNvPr id="569" name="Google Shape;569;p4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70" name="Google Shape;570;p4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4" name="Shape 574"/>
        <p:cNvGrpSpPr/>
        <p:nvPr/>
      </p:nvGrpSpPr>
      <p:grpSpPr>
        <a:xfrm>
          <a:off x="0" y="0"/>
          <a:ext cx="0" cy="0"/>
          <a:chOff x="0" y="0"/>
          <a:chExt cx="0" cy="0"/>
        </a:xfrm>
      </p:grpSpPr>
      <p:sp>
        <p:nvSpPr>
          <p:cNvPr id="575" name="Google Shape;575;p4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Sentenças de atribuição</a:t>
            </a:r>
            <a:endParaRPr/>
          </a:p>
        </p:txBody>
      </p:sp>
      <p:sp>
        <p:nvSpPr>
          <p:cNvPr id="576" name="Google Shape;576;p45"/>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Mapeia de um estado para outro U {</a:t>
            </a:r>
            <a:r>
              <a:rPr b="0" i="0" lang="en-US" sz="2000" u="none">
                <a:solidFill>
                  <a:schemeClr val="accent2"/>
                </a:solidFill>
                <a:latin typeface="Courier New"/>
                <a:ea typeface="Courier New"/>
                <a:cs typeface="Courier New"/>
                <a:sym typeface="Courier New"/>
              </a:rPr>
              <a:t>error</a:t>
            </a:r>
            <a:r>
              <a:rPr b="0" i="0" lang="en-US" sz="2400" u="none">
                <a:solidFill>
                  <a:schemeClr val="accent2"/>
                </a:solidFill>
                <a:latin typeface="Lucida Sans"/>
                <a:ea typeface="Lucida Sans"/>
                <a:cs typeface="Lucida Sans"/>
                <a:sym typeface="Lucida Sans"/>
              </a:rPr>
              <a:t>}</a:t>
            </a:r>
            <a:endParaRPr/>
          </a:p>
          <a:p>
            <a:pPr indent="-158750" lvl="1" marL="742950" marR="0" rtl="0" algn="l">
              <a:lnSpc>
                <a:spcPct val="90000"/>
              </a:lnSpc>
              <a:spcBef>
                <a:spcPts val="400"/>
              </a:spcBef>
              <a:spcAft>
                <a:spcPts val="0"/>
              </a:spcAft>
              <a:buClr>
                <a:schemeClr val="accent2"/>
              </a:buClr>
              <a:buSzPts val="2000"/>
              <a:buFont typeface="Lucida Sans"/>
              <a:buNone/>
            </a:pPr>
            <a:r>
              <a:t/>
            </a:r>
            <a:endParaRPr b="0" i="0" sz="2000" u="none" cap="none" strike="noStrike">
              <a:solidFill>
                <a:schemeClr val="accent2"/>
              </a:solidFill>
              <a:latin typeface="Lucida Sans"/>
              <a:ea typeface="Lucida Sans"/>
              <a:cs typeface="Lucida Sans"/>
              <a:sym typeface="Lucida Sans"/>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a</a:t>
            </a:r>
            <a:r>
              <a:rPr b="0" i="0" lang="en-US" sz="2000" u="none">
                <a:solidFill>
                  <a:schemeClr val="accent2"/>
                </a:solidFill>
                <a:latin typeface="Courier New"/>
                <a:ea typeface="Courier New"/>
                <a:cs typeface="Courier New"/>
                <a:sym typeface="Courier New"/>
              </a:rPr>
              <a:t>(x := E, s) Δ=</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if M</a:t>
            </a:r>
            <a:r>
              <a:rPr b="0" baseline="-25000" i="0" lang="en-US" sz="2000" u="none">
                <a:solidFill>
                  <a:schemeClr val="accent2"/>
                </a:solidFill>
                <a:latin typeface="Courier New"/>
                <a:ea typeface="Courier New"/>
                <a:cs typeface="Courier New"/>
                <a:sym typeface="Courier New"/>
              </a:rPr>
              <a:t>e</a:t>
            </a:r>
            <a:r>
              <a:rPr b="0" i="0" lang="en-US" sz="2000" u="none">
                <a:solidFill>
                  <a:schemeClr val="accent2"/>
                </a:solidFill>
                <a:latin typeface="Courier New"/>
                <a:ea typeface="Courier New"/>
                <a:cs typeface="Courier New"/>
                <a:sym typeface="Courier New"/>
              </a:rPr>
              <a:t>(E, s) == error</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then error</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else s’ =      			{&lt;i</a:t>
            </a:r>
            <a:r>
              <a:rPr b="0" baseline="-25000" i="0" lang="en-US" sz="2000" u="none">
                <a:solidFill>
                  <a:schemeClr val="accent2"/>
                </a:solidFill>
                <a:latin typeface="Courier New"/>
                <a:ea typeface="Courier New"/>
                <a:cs typeface="Courier New"/>
                <a:sym typeface="Courier New"/>
              </a:rPr>
              <a:t>1</a:t>
            </a:r>
            <a:r>
              <a:rPr b="0" i="0" lang="en-US" sz="2000" u="none">
                <a:solidFill>
                  <a:schemeClr val="accent2"/>
                </a:solidFill>
                <a:latin typeface="Courier New"/>
                <a:ea typeface="Courier New"/>
                <a:cs typeface="Courier New"/>
                <a:sym typeface="Courier New"/>
              </a:rPr>
              <a:t>,v</a:t>
            </a:r>
            <a:r>
              <a:rPr b="0" baseline="-25000" i="0" lang="en-US" sz="2000" u="none">
                <a:solidFill>
                  <a:schemeClr val="accent2"/>
                </a:solidFill>
                <a:latin typeface="Courier New"/>
                <a:ea typeface="Courier New"/>
                <a:cs typeface="Courier New"/>
                <a:sym typeface="Courier New"/>
              </a:rPr>
              <a:t>1</a:t>
            </a:r>
            <a:r>
              <a:rPr b="0" i="0" lang="en-US" sz="2000" u="none">
                <a:solidFill>
                  <a:schemeClr val="accent2"/>
                </a:solidFill>
                <a:latin typeface="Courier New"/>
                <a:ea typeface="Courier New"/>
                <a:cs typeface="Courier New"/>
                <a:sym typeface="Courier New"/>
              </a:rPr>
              <a:t>’&gt;,&lt;i</a:t>
            </a:r>
            <a:r>
              <a:rPr b="0" baseline="-25000" i="0" lang="en-US" sz="2000" u="none">
                <a:solidFill>
                  <a:schemeClr val="accent2"/>
                </a:solidFill>
                <a:latin typeface="Courier New"/>
                <a:ea typeface="Courier New"/>
                <a:cs typeface="Courier New"/>
                <a:sym typeface="Courier New"/>
              </a:rPr>
              <a:t>2</a:t>
            </a:r>
            <a:r>
              <a:rPr b="0" i="0" lang="en-US" sz="2000" u="none">
                <a:solidFill>
                  <a:schemeClr val="accent2"/>
                </a:solidFill>
                <a:latin typeface="Courier New"/>
                <a:ea typeface="Courier New"/>
                <a:cs typeface="Courier New"/>
                <a:sym typeface="Courier New"/>
              </a:rPr>
              <a:t>,v</a:t>
            </a:r>
            <a:r>
              <a:rPr b="0" baseline="-25000" i="0" lang="en-US" sz="2000" u="none">
                <a:solidFill>
                  <a:schemeClr val="accent2"/>
                </a:solidFill>
                <a:latin typeface="Courier New"/>
                <a:ea typeface="Courier New"/>
                <a:cs typeface="Courier New"/>
                <a:sym typeface="Courier New"/>
              </a:rPr>
              <a:t>2</a:t>
            </a:r>
            <a:r>
              <a:rPr b="0" i="0" lang="en-US" sz="2000" u="none">
                <a:solidFill>
                  <a:schemeClr val="accent2"/>
                </a:solidFill>
                <a:latin typeface="Courier New"/>
                <a:ea typeface="Courier New"/>
                <a:cs typeface="Courier New"/>
                <a:sym typeface="Courier New"/>
              </a:rPr>
              <a:t>’&gt;,...,&lt;i</a:t>
            </a:r>
            <a:r>
              <a:rPr b="0" baseline="-25000" i="0" lang="en-US" sz="2000" u="none">
                <a:solidFill>
                  <a:schemeClr val="accent2"/>
                </a:solidFill>
                <a:latin typeface="Courier New"/>
                <a:ea typeface="Courier New"/>
                <a:cs typeface="Courier New"/>
                <a:sym typeface="Courier New"/>
              </a:rPr>
              <a:t>n</a:t>
            </a:r>
            <a:r>
              <a:rPr b="0" i="0" lang="en-US" sz="2000" u="none">
                <a:solidFill>
                  <a:schemeClr val="accent2"/>
                </a:solidFill>
                <a:latin typeface="Courier New"/>
                <a:ea typeface="Courier New"/>
                <a:cs typeface="Courier New"/>
                <a:sym typeface="Courier New"/>
              </a:rPr>
              <a:t>,v</a:t>
            </a:r>
            <a:r>
              <a:rPr b="0" baseline="-25000" i="0" lang="en-US" sz="2000" u="none">
                <a:solidFill>
                  <a:schemeClr val="accent2"/>
                </a:solidFill>
                <a:latin typeface="Courier New"/>
                <a:ea typeface="Courier New"/>
                <a:cs typeface="Courier New"/>
                <a:sym typeface="Courier New"/>
              </a:rPr>
              <a:t>n</a:t>
            </a:r>
            <a:r>
              <a:rPr b="0" i="0" lang="en-US" sz="2000" u="none">
                <a:solidFill>
                  <a:schemeClr val="accent2"/>
                </a:solidFill>
                <a:latin typeface="Courier New"/>
                <a:ea typeface="Courier New"/>
                <a:cs typeface="Courier New"/>
                <a:sym typeface="Courier New"/>
              </a:rPr>
              <a:t>’&gt;},</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where for j = 1, 2, ..., n,</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if i</a:t>
            </a:r>
            <a:r>
              <a:rPr b="0" baseline="-25000" i="0" lang="en-US" sz="2000" u="none">
                <a:solidFill>
                  <a:schemeClr val="accent2"/>
                </a:solidFill>
                <a:latin typeface="Courier New"/>
                <a:ea typeface="Courier New"/>
                <a:cs typeface="Courier New"/>
                <a:sym typeface="Courier New"/>
              </a:rPr>
              <a:t>j</a:t>
            </a:r>
            <a:r>
              <a:rPr b="0" i="0" lang="en-US" sz="2000" u="none">
                <a:solidFill>
                  <a:schemeClr val="accent2"/>
                </a:solidFill>
                <a:latin typeface="Courier New"/>
                <a:ea typeface="Courier New"/>
                <a:cs typeface="Courier New"/>
                <a:sym typeface="Courier New"/>
              </a:rPr>
              <a:t> == x</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then v</a:t>
            </a:r>
            <a:r>
              <a:rPr b="0" baseline="-25000" i="0" lang="en-US" sz="2000" u="none">
                <a:solidFill>
                  <a:schemeClr val="accent2"/>
                </a:solidFill>
                <a:latin typeface="Courier New"/>
                <a:ea typeface="Courier New"/>
                <a:cs typeface="Courier New"/>
                <a:sym typeface="Courier New"/>
              </a:rPr>
              <a:t>j</a:t>
            </a:r>
            <a:r>
              <a:rPr b="0" i="0" lang="en-US" sz="2000" u="none">
                <a:solidFill>
                  <a:schemeClr val="accent2"/>
                </a:solidFill>
                <a:latin typeface="Courier New"/>
                <a:ea typeface="Courier New"/>
                <a:cs typeface="Courier New"/>
                <a:sym typeface="Courier New"/>
              </a:rPr>
              <a:t>’ = M</a:t>
            </a:r>
            <a:r>
              <a:rPr b="0" baseline="-25000" i="0" lang="en-US" sz="2000" u="none">
                <a:solidFill>
                  <a:schemeClr val="accent2"/>
                </a:solidFill>
                <a:latin typeface="Courier New"/>
                <a:ea typeface="Courier New"/>
                <a:cs typeface="Courier New"/>
                <a:sym typeface="Courier New"/>
              </a:rPr>
              <a:t>e</a:t>
            </a:r>
            <a:r>
              <a:rPr b="0" i="0" lang="en-US" sz="2000" u="none">
                <a:solidFill>
                  <a:schemeClr val="accent2"/>
                </a:solidFill>
                <a:latin typeface="Courier New"/>
                <a:ea typeface="Courier New"/>
                <a:cs typeface="Courier New"/>
                <a:sym typeface="Courier New"/>
              </a:rPr>
              <a:t>(E, s) </a:t>
            </a:r>
            <a:endParaRPr/>
          </a:p>
          <a:p>
            <a:pPr indent="-342900" lvl="0" marL="342900" marR="0" rtl="0" algn="l">
              <a:lnSpc>
                <a:spcPct val="9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else v</a:t>
            </a:r>
            <a:r>
              <a:rPr b="0" baseline="-25000" i="0" lang="en-US" sz="2000" u="none">
                <a:solidFill>
                  <a:schemeClr val="accent2"/>
                </a:solidFill>
                <a:latin typeface="Courier New"/>
                <a:ea typeface="Courier New"/>
                <a:cs typeface="Courier New"/>
                <a:sym typeface="Courier New"/>
              </a:rPr>
              <a:t>j</a:t>
            </a:r>
            <a:r>
              <a:rPr b="0" i="0" lang="en-US" sz="2000" u="none">
                <a:solidFill>
                  <a:schemeClr val="accent2"/>
                </a:solidFill>
                <a:latin typeface="Courier New"/>
                <a:ea typeface="Courier New"/>
                <a:cs typeface="Courier New"/>
                <a:sym typeface="Courier New"/>
              </a:rPr>
              <a:t>’ = VARMAP(i</a:t>
            </a:r>
            <a:r>
              <a:rPr b="0" baseline="-25000" i="0" lang="en-US" sz="2000" u="none">
                <a:solidFill>
                  <a:schemeClr val="accent2"/>
                </a:solidFill>
                <a:latin typeface="Courier New"/>
                <a:ea typeface="Courier New"/>
                <a:cs typeface="Courier New"/>
                <a:sym typeface="Courier New"/>
              </a:rPr>
              <a:t>j</a:t>
            </a:r>
            <a:r>
              <a:rPr b="0" i="0" lang="en-US" sz="2000" u="none">
                <a:solidFill>
                  <a:schemeClr val="accent2"/>
                </a:solidFill>
                <a:latin typeface="Courier New"/>
                <a:ea typeface="Courier New"/>
                <a:cs typeface="Courier New"/>
                <a:sym typeface="Courier New"/>
              </a:rPr>
              <a:t>, s)</a:t>
            </a:r>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p:txBody>
      </p:sp>
      <p:sp>
        <p:nvSpPr>
          <p:cNvPr id="577" name="Google Shape;577;p4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78" name="Google Shape;578;p4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2" name="Shape 582"/>
        <p:cNvGrpSpPr/>
        <p:nvPr/>
      </p:nvGrpSpPr>
      <p:grpSpPr>
        <a:xfrm>
          <a:off x="0" y="0"/>
          <a:ext cx="0" cy="0"/>
          <a:chOff x="0" y="0"/>
          <a:chExt cx="0" cy="0"/>
        </a:xfrm>
      </p:grpSpPr>
      <p:sp>
        <p:nvSpPr>
          <p:cNvPr id="583" name="Google Shape;583;p46"/>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Laços lógicos com pré-teste</a:t>
            </a:r>
            <a:endParaRPr/>
          </a:p>
        </p:txBody>
      </p:sp>
      <p:sp>
        <p:nvSpPr>
          <p:cNvPr id="584" name="Google Shape;584;p46"/>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Mapeia de um estado para outro U {</a:t>
            </a:r>
            <a:r>
              <a:rPr b="0" i="0" lang="en-US" sz="2000" u="none">
                <a:solidFill>
                  <a:schemeClr val="accent2"/>
                </a:solidFill>
                <a:latin typeface="Courier New"/>
                <a:ea typeface="Courier New"/>
                <a:cs typeface="Courier New"/>
                <a:sym typeface="Courier New"/>
              </a:rPr>
              <a:t>error</a:t>
            </a:r>
            <a:r>
              <a:rPr b="0" i="0" lang="en-US" sz="2800" u="none">
                <a:solidFill>
                  <a:schemeClr val="accent2"/>
                </a:solidFill>
                <a:latin typeface="Lucida Sans"/>
                <a:ea typeface="Lucida Sans"/>
                <a:cs typeface="Lucida Sans"/>
                <a:sym typeface="Lucida Sans"/>
              </a:rPr>
              <a:t>}</a:t>
            </a:r>
            <a:endParaRPr/>
          </a:p>
          <a:p>
            <a:pPr indent="-133350" lvl="1" marL="742950" marR="0" rtl="0" algn="l">
              <a:lnSpc>
                <a:spcPct val="100000"/>
              </a:lnSpc>
              <a:spcBef>
                <a:spcPts val="480"/>
              </a:spcBef>
              <a:spcAft>
                <a:spcPts val="0"/>
              </a:spcAft>
              <a:buClr>
                <a:schemeClr val="accent2"/>
              </a:buClr>
              <a:buSzPts val="2400"/>
              <a:buFont typeface="Lucida Sans"/>
              <a:buNone/>
            </a:pPr>
            <a:r>
              <a:t/>
            </a:r>
            <a:endParaRPr b="0" i="0" sz="2400" u="none" cap="none" strike="noStrike">
              <a:solidFill>
                <a:schemeClr val="accent2"/>
              </a:solidFill>
              <a:latin typeface="Lucida Sans"/>
              <a:ea typeface="Lucida Sans"/>
              <a:cs typeface="Lucida Sans"/>
              <a:sym typeface="Lucida Sans"/>
            </a:endParaRPr>
          </a:p>
          <a:p>
            <a:pPr indent="-342900" lvl="0" marL="342900" marR="0" rtl="0" algn="l">
              <a:lnSpc>
                <a:spcPct val="100000"/>
              </a:lnSpc>
              <a:spcBef>
                <a:spcPts val="400"/>
              </a:spcBef>
              <a:spcAft>
                <a:spcPts val="0"/>
              </a:spcAft>
              <a:buClr>
                <a:schemeClr val="accent2"/>
              </a:buClr>
              <a:buSzPts val="2000"/>
              <a:buFont typeface="Lucida Sans"/>
              <a:buNone/>
            </a:pPr>
            <a:r>
              <a:rPr b="0" i="0" lang="en-US" sz="2000" u="none">
                <a:solidFill>
                  <a:schemeClr val="accent2"/>
                </a:solidFill>
                <a:latin typeface="Lucida Sans"/>
                <a:ea typeface="Lucida Sans"/>
                <a:cs typeface="Lucida Sans"/>
                <a:sym typeface="Lucida Sans"/>
              </a:rPr>
              <a:t> </a:t>
            </a:r>
            <a:r>
              <a:rPr b="0" i="0" lang="en-US" sz="2000" u="none">
                <a:solidFill>
                  <a:schemeClr val="accent2"/>
                </a:solidFill>
                <a:latin typeface="Courier New"/>
                <a:ea typeface="Courier New"/>
                <a:cs typeface="Courier New"/>
                <a:sym typeface="Courier New"/>
              </a:rPr>
              <a:t>M</a:t>
            </a:r>
            <a:r>
              <a:rPr b="0" baseline="-25000" i="0" lang="en-US" sz="2000" u="none">
                <a:solidFill>
                  <a:schemeClr val="accent2"/>
                </a:solidFill>
                <a:latin typeface="Courier New"/>
                <a:ea typeface="Courier New"/>
                <a:cs typeface="Courier New"/>
                <a:sym typeface="Courier New"/>
              </a:rPr>
              <a:t>l</a:t>
            </a:r>
            <a:r>
              <a:rPr b="0" i="0" lang="en-US" sz="2000" u="none">
                <a:solidFill>
                  <a:schemeClr val="accent2"/>
                </a:solidFill>
                <a:latin typeface="Courier New"/>
                <a:ea typeface="Courier New"/>
                <a:cs typeface="Courier New"/>
                <a:sym typeface="Courier New"/>
              </a:rPr>
              <a:t>(while B do L, s) Δ= </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if M</a:t>
            </a:r>
            <a:r>
              <a:rPr b="0" baseline="-25000" i="0" lang="en-US" sz="2000" u="none">
                <a:solidFill>
                  <a:schemeClr val="accent2"/>
                </a:solidFill>
                <a:latin typeface="Courier New"/>
                <a:ea typeface="Courier New"/>
                <a:cs typeface="Courier New"/>
                <a:sym typeface="Courier New"/>
              </a:rPr>
              <a:t>b</a:t>
            </a:r>
            <a:r>
              <a:rPr b="0" i="0" lang="en-US" sz="2000" u="none">
                <a:solidFill>
                  <a:schemeClr val="accent2"/>
                </a:solidFill>
                <a:latin typeface="Courier New"/>
                <a:ea typeface="Courier New"/>
                <a:cs typeface="Courier New"/>
                <a:sym typeface="Courier New"/>
              </a:rPr>
              <a:t>(B, s) == undef</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then error</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else if M</a:t>
            </a:r>
            <a:r>
              <a:rPr b="0" baseline="-25000" i="0" lang="en-US" sz="2000" u="none">
                <a:solidFill>
                  <a:schemeClr val="accent2"/>
                </a:solidFill>
                <a:latin typeface="Courier New"/>
                <a:ea typeface="Courier New"/>
                <a:cs typeface="Courier New"/>
                <a:sym typeface="Courier New"/>
              </a:rPr>
              <a:t>b</a:t>
            </a:r>
            <a:r>
              <a:rPr b="0" i="0" lang="en-US" sz="2000" u="none">
                <a:solidFill>
                  <a:schemeClr val="accent2"/>
                </a:solidFill>
                <a:latin typeface="Courier New"/>
                <a:ea typeface="Courier New"/>
                <a:cs typeface="Courier New"/>
                <a:sym typeface="Courier New"/>
              </a:rPr>
              <a:t>(B, s) == false</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then s</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else if M</a:t>
            </a:r>
            <a:r>
              <a:rPr b="0" baseline="-25000" i="0" lang="en-US" sz="2000" u="none">
                <a:solidFill>
                  <a:schemeClr val="accent2"/>
                </a:solidFill>
                <a:latin typeface="Courier New"/>
                <a:ea typeface="Courier New"/>
                <a:cs typeface="Courier New"/>
                <a:sym typeface="Courier New"/>
              </a:rPr>
              <a:t>sl</a:t>
            </a:r>
            <a:r>
              <a:rPr b="0" i="0" lang="en-US" sz="2000" u="none">
                <a:solidFill>
                  <a:schemeClr val="accent2"/>
                </a:solidFill>
                <a:latin typeface="Courier New"/>
                <a:ea typeface="Courier New"/>
                <a:cs typeface="Courier New"/>
                <a:sym typeface="Courier New"/>
              </a:rPr>
              <a:t>(L, s) == error</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then error</a:t>
            </a:r>
            <a:endParaRPr/>
          </a:p>
          <a:p>
            <a:pPr indent="-342900" lvl="0" marL="342900" marR="0" rtl="0" algn="l">
              <a:lnSpc>
                <a:spcPct val="100000"/>
              </a:lnSpc>
              <a:spcBef>
                <a:spcPts val="400"/>
              </a:spcBef>
              <a:spcAft>
                <a:spcPts val="0"/>
              </a:spcAft>
              <a:buClr>
                <a:schemeClr val="accent2"/>
              </a:buClr>
              <a:buSzPts val="2000"/>
              <a:buFont typeface="Courier New"/>
              <a:buNone/>
            </a:pPr>
            <a:r>
              <a:rPr b="0" i="0" lang="en-US" sz="2000" u="none">
                <a:solidFill>
                  <a:schemeClr val="accent2"/>
                </a:solidFill>
                <a:latin typeface="Courier New"/>
                <a:ea typeface="Courier New"/>
                <a:cs typeface="Courier New"/>
                <a:sym typeface="Courier New"/>
              </a:rPr>
              <a:t>                  else M</a:t>
            </a:r>
            <a:r>
              <a:rPr b="0" baseline="-25000" i="0" lang="en-US" sz="2000" u="none">
                <a:solidFill>
                  <a:schemeClr val="accent2"/>
                </a:solidFill>
                <a:latin typeface="Courier New"/>
                <a:ea typeface="Courier New"/>
                <a:cs typeface="Courier New"/>
                <a:sym typeface="Courier New"/>
              </a:rPr>
              <a:t>l</a:t>
            </a:r>
            <a:r>
              <a:rPr b="0" i="0" lang="en-US" sz="2000" u="none">
                <a:solidFill>
                  <a:schemeClr val="accent2"/>
                </a:solidFill>
                <a:latin typeface="Courier New"/>
                <a:ea typeface="Courier New"/>
                <a:cs typeface="Courier New"/>
                <a:sym typeface="Courier New"/>
              </a:rPr>
              <a:t>(while B do L, M</a:t>
            </a:r>
            <a:r>
              <a:rPr b="0" baseline="-25000" i="0" lang="en-US" sz="2000" u="none">
                <a:solidFill>
                  <a:schemeClr val="accent2"/>
                </a:solidFill>
                <a:latin typeface="Courier New"/>
                <a:ea typeface="Courier New"/>
                <a:cs typeface="Courier New"/>
                <a:sym typeface="Courier New"/>
              </a:rPr>
              <a:t>sl</a:t>
            </a:r>
            <a:r>
              <a:rPr b="0" i="0" lang="en-US" sz="2000" u="none">
                <a:solidFill>
                  <a:schemeClr val="accent2"/>
                </a:solidFill>
                <a:latin typeface="Courier New"/>
                <a:ea typeface="Courier New"/>
                <a:cs typeface="Courier New"/>
                <a:sym typeface="Courier New"/>
              </a:rPr>
              <a:t>(L, s))</a:t>
            </a:r>
            <a:endParaRPr/>
          </a:p>
          <a:p>
            <a:pPr indent="-215900" lvl="0" marL="342900" marR="0" rtl="0" algn="l">
              <a:spcBef>
                <a:spcPts val="400"/>
              </a:spcBef>
              <a:spcAft>
                <a:spcPts val="0"/>
              </a:spcAft>
              <a:buClr>
                <a:schemeClr val="accent2"/>
              </a:buClr>
              <a:buSzPts val="2000"/>
              <a:buFont typeface="Lucida Sans"/>
              <a:buNone/>
            </a:pPr>
            <a:r>
              <a:t/>
            </a:r>
            <a:endParaRPr b="0" i="0" sz="2000" u="none">
              <a:solidFill>
                <a:schemeClr val="accent2"/>
              </a:solidFill>
              <a:latin typeface="Courier New"/>
              <a:ea typeface="Courier New"/>
              <a:cs typeface="Courier New"/>
              <a:sym typeface="Courier New"/>
            </a:endParaRPr>
          </a:p>
        </p:txBody>
      </p:sp>
      <p:sp>
        <p:nvSpPr>
          <p:cNvPr id="585" name="Google Shape;585;p4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86" name="Google Shape;586;p4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0" name="Shape 590"/>
        <p:cNvGrpSpPr/>
        <p:nvPr/>
      </p:nvGrpSpPr>
      <p:grpSpPr>
        <a:xfrm>
          <a:off x="0" y="0"/>
          <a:ext cx="0" cy="0"/>
          <a:chOff x="0" y="0"/>
          <a:chExt cx="0" cy="0"/>
        </a:xfrm>
      </p:grpSpPr>
      <p:sp>
        <p:nvSpPr>
          <p:cNvPr id="591" name="Google Shape;591;p4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Significado do laço</a:t>
            </a:r>
            <a:endParaRPr/>
          </a:p>
        </p:txBody>
      </p:sp>
      <p:sp>
        <p:nvSpPr>
          <p:cNvPr id="592" name="Google Shape;592;p47"/>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O significado do laço é simplesmente o valor das variáveis do programa após as sentenças no laço terem sido executadas o número de vezes necessário, supondo que não ocorreram erros</a:t>
            </a:r>
            <a:endParaRPr/>
          </a:p>
          <a:p>
            <a:pPr indent="-190500" lvl="0" marL="342900" marR="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marR="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Essencialmente, o laço é convertido de iteração em recursão, e o controle da recursão é definido matematicamente por outras funções recursivas de mapeamento de estado</a:t>
            </a:r>
            <a:endParaRPr/>
          </a:p>
          <a:p>
            <a:pPr indent="-342900" lvl="0" marL="342900" marR="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 Recursão, quando comparado a iteração são mais fáceis de descrever com rigor matemático</a:t>
            </a:r>
            <a:endParaRPr/>
          </a:p>
        </p:txBody>
      </p:sp>
      <p:sp>
        <p:nvSpPr>
          <p:cNvPr id="593" name="Google Shape;593;p4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594" name="Google Shape;594;p4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Avaliação da Semântica Denotacional</a:t>
            </a:r>
            <a:endParaRPr/>
          </a:p>
        </p:txBody>
      </p:sp>
      <p:sp>
        <p:nvSpPr>
          <p:cNvPr id="600" name="Google Shape;600;p48"/>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Pode ser utilizada para provar a corretude de programas</a:t>
            </a:r>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Fornece um rigoroso modo de pensar sobre programas</a:t>
            </a:r>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Pode ser uma forma de auxílio no projeto de linguagens</a:t>
            </a:r>
            <a:endParaRPr/>
          </a:p>
          <a:p>
            <a:pPr indent="-342900" lvl="0" marL="342900" marR="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Devido à sua complexidade, é de pouco uso para usuários comuns</a:t>
            </a:r>
            <a:endParaRPr/>
          </a:p>
        </p:txBody>
      </p:sp>
      <p:sp>
        <p:nvSpPr>
          <p:cNvPr id="601" name="Google Shape;601;p4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02" name="Google Shape;602;p4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09" name="Google Shape;609;p4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10" name="Google Shape;610;p4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Axiomática</a:t>
            </a:r>
            <a:endParaRPr/>
          </a:p>
        </p:txBody>
      </p:sp>
      <p:sp>
        <p:nvSpPr>
          <p:cNvPr id="611" name="Google Shape;611;p49"/>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Baseada na lógica matemática (cálculo de predicados)</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É a forma mais abstrata de representar a semântica</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Em vez de especificar diretamente o significado de um programa, a semântica axiomática especifica o que pode ser provado sobre o programa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18" name="Google Shape;618;p5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19" name="Google Shape;619;p50"/>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Axiomática</a:t>
            </a:r>
            <a:endParaRPr/>
          </a:p>
        </p:txBody>
      </p:sp>
      <p:sp>
        <p:nvSpPr>
          <p:cNvPr id="620" name="Google Shape;620;p50"/>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Axiomas ou regras de inferência são definidos para cada tipo de sentença em uma linguagem (para permitir transformação das expressões lógicas em expressões lógicas mais formais)</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As expressões lógicas usadas na semântica axiomática são chamadas de predicados ou asserções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27" name="Google Shape;627;p5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28" name="Google Shape;628;p51"/>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Axiomática</a:t>
            </a:r>
            <a:endParaRPr/>
          </a:p>
        </p:txBody>
      </p:sp>
      <p:sp>
        <p:nvSpPr>
          <p:cNvPr id="629" name="Google Shape;629;p51"/>
          <p:cNvSpPr txBox="1"/>
          <p:nvPr>
            <p:ph idx="1" type="body"/>
          </p:nvPr>
        </p:nvSpPr>
        <p:spPr>
          <a:xfrm>
            <a:off x="533400" y="1371600"/>
            <a:ext cx="8610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As asserções que vem imediatamente antes de uma sentenla de programa descreve as restruições nas variáveis do programa naquele ponto (pré condição)</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As asserções imediatamente após uma sentença descreve as novas restrições sobre as variáveis após a execução da sentença (pós condição)</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 A </a:t>
            </a:r>
            <a:r>
              <a:rPr b="0" i="1" lang="en-US" sz="2800" u="none">
                <a:solidFill>
                  <a:schemeClr val="accent2"/>
                </a:solidFill>
                <a:latin typeface="Lucida Sans"/>
                <a:ea typeface="Lucida Sans"/>
                <a:cs typeface="Lucida Sans"/>
                <a:sym typeface="Lucida Sans"/>
              </a:rPr>
              <a:t>weakest precondition</a:t>
            </a:r>
            <a:r>
              <a:rPr b="0" i="0" lang="en-US" sz="2800" u="none">
                <a:solidFill>
                  <a:schemeClr val="accent2"/>
                </a:solidFill>
                <a:latin typeface="Lucida Sans"/>
                <a:ea typeface="Lucida Sans"/>
                <a:cs typeface="Lucida Sans"/>
                <a:sym typeface="Lucida Sans"/>
              </a:rPr>
              <a:t> is the least restrictive precondition that will guarantee the postcondition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36" name="Google Shape;636;p5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37" name="Google Shape;637;p5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Axiomática</a:t>
            </a:r>
            <a:endParaRPr/>
          </a:p>
        </p:txBody>
      </p:sp>
      <p:sp>
        <p:nvSpPr>
          <p:cNvPr id="638" name="Google Shape;638;p52"/>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Exemplo</a:t>
            </a:r>
            <a:endParaRPr/>
          </a:p>
          <a:p>
            <a:pPr indent="-285750" lvl="1" marL="742950" rtl="0" algn="l">
              <a:lnSpc>
                <a:spcPct val="100000"/>
              </a:lnSpc>
              <a:spcBef>
                <a:spcPts val="480"/>
              </a:spcBef>
              <a:spcAft>
                <a:spcPts val="0"/>
              </a:spcAft>
              <a:buClr>
                <a:schemeClr val="accent2"/>
              </a:buClr>
              <a:buSzPts val="2400"/>
              <a:buFont typeface="Courier New"/>
              <a:buChar char="–"/>
            </a:pPr>
            <a:r>
              <a:rPr b="0" i="0" lang="en-US" sz="2400" u="none">
                <a:solidFill>
                  <a:schemeClr val="accent2"/>
                </a:solidFill>
                <a:latin typeface="Courier New"/>
                <a:ea typeface="Courier New"/>
                <a:cs typeface="Courier New"/>
                <a:sym typeface="Courier New"/>
              </a:rPr>
              <a:t>sum = 2 * x + 1 {sum &gt; 1}</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Possível pré-condição: </a:t>
            </a:r>
            <a:r>
              <a:rPr b="0" i="0" lang="en-US" sz="2400" u="none">
                <a:solidFill>
                  <a:schemeClr val="accent2"/>
                </a:solidFill>
                <a:latin typeface="Courier New"/>
                <a:ea typeface="Courier New"/>
                <a:cs typeface="Courier New"/>
                <a:sym typeface="Courier New"/>
              </a:rPr>
              <a:t>{x &gt; 10}</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53"/>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45" name="Google Shape;645;p53"/>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46" name="Google Shape;646;p53"/>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Processo de Prova do Programa</a:t>
            </a:r>
            <a:endParaRPr/>
          </a:p>
        </p:txBody>
      </p:sp>
      <p:sp>
        <p:nvSpPr>
          <p:cNvPr id="647" name="Google Shape;647;p53"/>
          <p:cNvSpPr txBox="1"/>
          <p:nvPr>
            <p:ph idx="1" type="body"/>
          </p:nvPr>
        </p:nvSpPr>
        <p:spPr>
          <a:xfrm>
            <a:off x="304800" y="1524000"/>
            <a:ext cx="88392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 pós condição para o programa inteiro é o resultado desejado</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Volta do final do programa, refazendo os passos, e se a pré condição da primeira sentença é a mesma especificada pelo programa, o programa está correto</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2" name="Shape 652"/>
        <p:cNvGrpSpPr/>
        <p:nvPr/>
      </p:nvGrpSpPr>
      <p:grpSpPr>
        <a:xfrm>
          <a:off x="0" y="0"/>
          <a:ext cx="0" cy="0"/>
          <a:chOff x="0" y="0"/>
          <a:chExt cx="0" cy="0"/>
        </a:xfrm>
      </p:grpSpPr>
      <p:sp>
        <p:nvSpPr>
          <p:cNvPr id="653" name="Google Shape;653;p54"/>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54" name="Google Shape;654;p54"/>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55" name="Google Shape;655;p54"/>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Axiomatic Semantics: Assignment</a:t>
            </a:r>
            <a:endParaRPr/>
          </a:p>
        </p:txBody>
      </p:sp>
      <p:sp>
        <p:nvSpPr>
          <p:cNvPr id="656" name="Google Shape;656;p54"/>
          <p:cNvSpPr txBox="1"/>
          <p:nvPr>
            <p:ph idx="1" type="body"/>
          </p:nvPr>
        </p:nvSpPr>
        <p:spPr>
          <a:xfrm>
            <a:off x="609600" y="1600200"/>
            <a:ext cx="7772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An axiom for assignment statements  </a:t>
            </a:r>
            <a:br>
              <a:rPr b="0" i="0" lang="en-US" sz="2400" u="none">
                <a:solidFill>
                  <a:schemeClr val="accent2"/>
                </a:solidFill>
                <a:latin typeface="Lucida Sans"/>
                <a:ea typeface="Lucida Sans"/>
                <a:cs typeface="Lucida Sans"/>
                <a:sym typeface="Lucida Sans"/>
              </a:rPr>
            </a:br>
            <a:r>
              <a:rPr b="0" i="0" lang="en-US" sz="2400" u="none">
                <a:solidFill>
                  <a:schemeClr val="accent2"/>
                </a:solidFill>
                <a:latin typeface="Lucida Sans"/>
                <a:ea typeface="Lucida Sans"/>
                <a:cs typeface="Lucida Sans"/>
                <a:sym typeface="Lucida Sans"/>
              </a:rPr>
              <a:t>(x = E): {Q</a:t>
            </a:r>
            <a:r>
              <a:rPr b="0" baseline="-25000" i="0" lang="en-US" sz="2400" u="none">
                <a:solidFill>
                  <a:schemeClr val="accent2"/>
                </a:solidFill>
                <a:latin typeface="Lucida Sans"/>
                <a:ea typeface="Lucida Sans"/>
                <a:cs typeface="Lucida Sans"/>
                <a:sym typeface="Lucida Sans"/>
              </a:rPr>
              <a:t>x-&gt;E</a:t>
            </a:r>
            <a:r>
              <a:rPr b="0" i="0" lang="en-US" sz="2400" u="none">
                <a:solidFill>
                  <a:schemeClr val="accent2"/>
                </a:solidFill>
                <a:latin typeface="Lucida Sans"/>
                <a:ea typeface="Lucida Sans"/>
                <a:cs typeface="Lucida Sans"/>
                <a:sym typeface="Lucida Sans"/>
              </a:rPr>
              <a:t>}  x = E  {Q}</a:t>
            </a:r>
            <a:endParaRPr/>
          </a:p>
          <a:p>
            <a:pPr indent="-342900" lvl="0" marL="34290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The Rule of Consequence:</a:t>
            </a:r>
            <a:endParaRPr/>
          </a:p>
        </p:txBody>
      </p:sp>
      <p:pic>
        <p:nvPicPr>
          <p:cNvPr id="657" name="Google Shape;657;p54"/>
          <p:cNvPicPr preferRelativeResize="0"/>
          <p:nvPr>
            <p:ph idx="1" type="body"/>
          </p:nvPr>
        </p:nvPicPr>
        <p:blipFill rotWithShape="1">
          <a:blip r:embed="rId3">
            <a:alphaModFix/>
          </a:blip>
          <a:srcRect b="0" l="0" r="0" t="0"/>
          <a:stretch/>
        </p:blipFill>
        <p:spPr>
          <a:xfrm>
            <a:off x="2663825" y="3460750"/>
            <a:ext cx="3382962" cy="8763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2" name="Shape 662"/>
        <p:cNvGrpSpPr/>
        <p:nvPr/>
      </p:nvGrpSpPr>
      <p:grpSpPr>
        <a:xfrm>
          <a:off x="0" y="0"/>
          <a:ext cx="0" cy="0"/>
          <a:chOff x="0" y="0"/>
          <a:chExt cx="0" cy="0"/>
        </a:xfrm>
      </p:grpSpPr>
      <p:sp>
        <p:nvSpPr>
          <p:cNvPr id="663" name="Google Shape;663;p55"/>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64" name="Google Shape;664;p55"/>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65" name="Google Shape;665;p55"/>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Axiomatic Semantics: Sequences</a:t>
            </a:r>
            <a:endParaRPr/>
          </a:p>
        </p:txBody>
      </p:sp>
      <p:sp>
        <p:nvSpPr>
          <p:cNvPr id="666" name="Google Shape;666;p55"/>
          <p:cNvSpPr txBox="1"/>
          <p:nvPr>
            <p:ph idx="1" type="body"/>
          </p:nvPr>
        </p:nvSpPr>
        <p:spPr>
          <a:xfrm>
            <a:off x="609600" y="1600200"/>
            <a:ext cx="75438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An inference rule for sequences of the form S1; S2</a:t>
            </a:r>
            <a:endParaRPr/>
          </a:p>
          <a:p>
            <a:pPr indent="-190500" lvl="0" marL="34290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{P1} S1 {P2}</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{P2} S2 {P3}</a:t>
            </a:r>
            <a:endParaRPr/>
          </a:p>
        </p:txBody>
      </p:sp>
      <p:pic>
        <p:nvPicPr>
          <p:cNvPr id="667" name="Google Shape;667;p55"/>
          <p:cNvPicPr preferRelativeResize="0"/>
          <p:nvPr>
            <p:ph idx="1" type="body"/>
          </p:nvPr>
        </p:nvPicPr>
        <p:blipFill rotWithShape="1">
          <a:blip r:embed="rId3">
            <a:alphaModFix/>
          </a:blip>
          <a:srcRect b="0" l="0" r="0" t="0"/>
          <a:stretch/>
        </p:blipFill>
        <p:spPr>
          <a:xfrm>
            <a:off x="1676400" y="4191000"/>
            <a:ext cx="4038600" cy="84931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1" name="Shape 671"/>
        <p:cNvGrpSpPr/>
        <p:nvPr/>
      </p:nvGrpSpPr>
      <p:grpSpPr>
        <a:xfrm>
          <a:off x="0" y="0"/>
          <a:ext cx="0" cy="0"/>
          <a:chOff x="0" y="0"/>
          <a:chExt cx="0" cy="0"/>
        </a:xfrm>
      </p:grpSpPr>
      <p:sp>
        <p:nvSpPr>
          <p:cNvPr id="672" name="Google Shape;672;p56"/>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Axiomatic Semantics: Selection</a:t>
            </a:r>
            <a:endParaRPr/>
          </a:p>
        </p:txBody>
      </p:sp>
      <p:sp>
        <p:nvSpPr>
          <p:cNvPr id="673" name="Google Shape;673;p56"/>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An inference rules for selection</a:t>
            </a:r>
            <a:endParaRPr/>
          </a:p>
          <a:p>
            <a:pPr indent="-342900" lvl="0" marL="342900" marR="0" rtl="0" algn="l">
              <a:lnSpc>
                <a:spcPct val="100000"/>
              </a:lnSpc>
              <a:spcBef>
                <a:spcPts val="560"/>
              </a:spcBef>
              <a:spcAft>
                <a:spcPts val="0"/>
              </a:spcAft>
              <a:buClr>
                <a:schemeClr val="accent2"/>
              </a:buClr>
              <a:buSzPts val="2800"/>
              <a:buFont typeface="Lucida Sans"/>
              <a:buNone/>
            </a:pPr>
            <a:r>
              <a:rPr b="0" i="0" lang="en-US" sz="2800" u="none">
                <a:solidFill>
                  <a:schemeClr val="accent2"/>
                </a:solidFill>
                <a:latin typeface="Lucida Sans"/>
                <a:ea typeface="Lucida Sans"/>
                <a:cs typeface="Lucida Sans"/>
                <a:sym typeface="Lucida Sans"/>
              </a:rPr>
              <a:t>   - </a:t>
            </a:r>
            <a:r>
              <a:rPr b="1" i="0" lang="en-US" sz="2800" u="none">
                <a:solidFill>
                  <a:schemeClr val="accent2"/>
                </a:solidFill>
                <a:latin typeface="Courier New"/>
                <a:ea typeface="Courier New"/>
                <a:cs typeface="Courier New"/>
                <a:sym typeface="Courier New"/>
              </a:rPr>
              <a:t>if</a:t>
            </a:r>
            <a:r>
              <a:rPr b="0" i="0" lang="en-US" sz="2800" u="none">
                <a:solidFill>
                  <a:schemeClr val="accent2"/>
                </a:solidFill>
                <a:latin typeface="Lucida Sans"/>
                <a:ea typeface="Lucida Sans"/>
                <a:cs typeface="Lucida Sans"/>
                <a:sym typeface="Lucida Sans"/>
              </a:rPr>
              <a:t> B </a:t>
            </a:r>
            <a:r>
              <a:rPr b="1" i="0" lang="en-US" sz="2800" u="none">
                <a:solidFill>
                  <a:schemeClr val="accent2"/>
                </a:solidFill>
                <a:latin typeface="Courier New"/>
                <a:ea typeface="Courier New"/>
                <a:cs typeface="Courier New"/>
                <a:sym typeface="Courier New"/>
              </a:rPr>
              <a:t>then</a:t>
            </a:r>
            <a:r>
              <a:rPr b="0" i="0" lang="en-US" sz="2800" u="none">
                <a:solidFill>
                  <a:schemeClr val="accent2"/>
                </a:solidFill>
                <a:latin typeface="Lucida Sans"/>
                <a:ea typeface="Lucida Sans"/>
                <a:cs typeface="Lucida Sans"/>
                <a:sym typeface="Lucida Sans"/>
              </a:rPr>
              <a:t> S1 </a:t>
            </a:r>
            <a:r>
              <a:rPr b="1" i="0" lang="en-US" sz="2800" u="none">
                <a:solidFill>
                  <a:schemeClr val="accent2"/>
                </a:solidFill>
                <a:latin typeface="Courier New"/>
                <a:ea typeface="Courier New"/>
                <a:cs typeface="Courier New"/>
                <a:sym typeface="Courier New"/>
              </a:rPr>
              <a:t>else</a:t>
            </a:r>
            <a:r>
              <a:rPr b="0" i="0" lang="en-US" sz="2800" u="none">
                <a:solidFill>
                  <a:schemeClr val="accent2"/>
                </a:solidFill>
                <a:latin typeface="Lucida Sans"/>
                <a:ea typeface="Lucida Sans"/>
                <a:cs typeface="Lucida Sans"/>
                <a:sym typeface="Lucida Sans"/>
              </a:rPr>
              <a:t> S2</a:t>
            </a:r>
            <a:endParaRPr/>
          </a:p>
          <a:p>
            <a:pPr indent="-342900" lvl="0" marL="342900" marR="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marR="0" rtl="0" algn="l">
              <a:lnSpc>
                <a:spcPct val="100000"/>
              </a:lnSpc>
              <a:spcBef>
                <a:spcPts val="560"/>
              </a:spcBef>
              <a:spcAft>
                <a:spcPts val="0"/>
              </a:spcAft>
              <a:buClr>
                <a:srgbClr val="002060"/>
              </a:buClr>
              <a:buSzPts val="2800"/>
              <a:buFont typeface="Lucida Sans"/>
              <a:buNone/>
            </a:pPr>
            <a:r>
              <a:rPr b="0" i="0" lang="en-US" sz="2800" u="none">
                <a:solidFill>
                  <a:srgbClr val="002060"/>
                </a:solidFill>
                <a:latin typeface="Lucida Sans"/>
                <a:ea typeface="Lucida Sans"/>
                <a:cs typeface="Lucida Sans"/>
                <a:sym typeface="Lucida Sans"/>
              </a:rPr>
              <a:t>    {B and P} S1 {Q}, {(not B) and P} S2 {Q}</a:t>
            </a:r>
            <a:endParaRPr/>
          </a:p>
          <a:p>
            <a:pPr indent="-342900" lvl="0" marL="342900" marR="0" rtl="0" algn="l">
              <a:lnSpc>
                <a:spcPct val="100000"/>
              </a:lnSpc>
              <a:spcBef>
                <a:spcPts val="560"/>
              </a:spcBef>
              <a:spcAft>
                <a:spcPts val="0"/>
              </a:spcAft>
              <a:buClr>
                <a:srgbClr val="002060"/>
              </a:buClr>
              <a:buSzPts val="2800"/>
              <a:buFont typeface="Lucida Sans"/>
              <a:buNone/>
            </a:pPr>
            <a:r>
              <a:rPr b="0" i="0" lang="en-US" sz="2800" u="none">
                <a:solidFill>
                  <a:srgbClr val="002060"/>
                </a:solidFill>
                <a:latin typeface="Lucida Sans"/>
                <a:ea typeface="Lucida Sans"/>
                <a:cs typeface="Lucida Sans"/>
                <a:sym typeface="Lucida Sans"/>
              </a:rPr>
              <a:t>           {P} </a:t>
            </a:r>
            <a:r>
              <a:rPr b="1" i="0" lang="en-US" sz="2800" u="none">
                <a:solidFill>
                  <a:srgbClr val="002060"/>
                </a:solidFill>
                <a:latin typeface="Courier New"/>
                <a:ea typeface="Courier New"/>
                <a:cs typeface="Courier New"/>
                <a:sym typeface="Courier New"/>
              </a:rPr>
              <a:t>if</a:t>
            </a:r>
            <a:r>
              <a:rPr b="0" i="0" lang="en-US" sz="2800" u="none">
                <a:solidFill>
                  <a:srgbClr val="002060"/>
                </a:solidFill>
                <a:latin typeface="Lucida Sans"/>
                <a:ea typeface="Lucida Sans"/>
                <a:cs typeface="Lucida Sans"/>
                <a:sym typeface="Lucida Sans"/>
              </a:rPr>
              <a:t> B </a:t>
            </a:r>
            <a:r>
              <a:rPr b="1" i="0" lang="en-US" sz="2800" u="none">
                <a:solidFill>
                  <a:srgbClr val="002060"/>
                </a:solidFill>
                <a:latin typeface="Courier New"/>
                <a:ea typeface="Courier New"/>
                <a:cs typeface="Courier New"/>
                <a:sym typeface="Courier New"/>
              </a:rPr>
              <a:t>then</a:t>
            </a:r>
            <a:r>
              <a:rPr b="0" i="0" lang="en-US" sz="2800" u="none">
                <a:solidFill>
                  <a:srgbClr val="002060"/>
                </a:solidFill>
                <a:latin typeface="Lucida Sans"/>
                <a:ea typeface="Lucida Sans"/>
                <a:cs typeface="Lucida Sans"/>
                <a:sym typeface="Lucida Sans"/>
              </a:rPr>
              <a:t> S1 </a:t>
            </a:r>
            <a:r>
              <a:rPr b="1" i="0" lang="en-US" sz="2800" u="none">
                <a:solidFill>
                  <a:srgbClr val="002060"/>
                </a:solidFill>
                <a:latin typeface="Courier New"/>
                <a:ea typeface="Courier New"/>
                <a:cs typeface="Courier New"/>
                <a:sym typeface="Courier New"/>
              </a:rPr>
              <a:t>else</a:t>
            </a:r>
            <a:r>
              <a:rPr b="0" i="0" lang="en-US" sz="2800" u="none">
                <a:solidFill>
                  <a:srgbClr val="002060"/>
                </a:solidFill>
                <a:latin typeface="Lucida Sans"/>
                <a:ea typeface="Lucida Sans"/>
                <a:cs typeface="Lucida Sans"/>
                <a:sym typeface="Lucida Sans"/>
              </a:rPr>
              <a:t> S2 {Q}</a:t>
            </a:r>
            <a:endParaRPr/>
          </a:p>
        </p:txBody>
      </p:sp>
      <p:sp>
        <p:nvSpPr>
          <p:cNvPr id="674" name="Google Shape;674;p56"/>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75" name="Google Shape;675;p56"/>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cxnSp>
        <p:nvCxnSpPr>
          <p:cNvPr id="676" name="Google Shape;676;p56"/>
          <p:cNvCxnSpPr/>
          <p:nvPr/>
        </p:nvCxnSpPr>
        <p:spPr>
          <a:xfrm>
            <a:off x="914400" y="3657600"/>
            <a:ext cx="6858000" cy="0"/>
          </a:xfrm>
          <a:prstGeom prst="straightConnector1">
            <a:avLst/>
          </a:prstGeom>
          <a:noFill/>
          <a:ln cap="flat" cmpd="sng" w="9525">
            <a:solidFill>
              <a:schemeClr val="dk1"/>
            </a:solidFill>
            <a:prstDash val="solid"/>
            <a:miter lim="8000"/>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1" name="Shape 681"/>
        <p:cNvGrpSpPr/>
        <p:nvPr/>
      </p:nvGrpSpPr>
      <p:grpSpPr>
        <a:xfrm>
          <a:off x="0" y="0"/>
          <a:ext cx="0" cy="0"/>
          <a:chOff x="0" y="0"/>
          <a:chExt cx="0" cy="0"/>
        </a:xfrm>
      </p:grpSpPr>
      <p:sp>
        <p:nvSpPr>
          <p:cNvPr id="682" name="Google Shape;682;p57"/>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83" name="Google Shape;683;p57"/>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84" name="Google Shape;684;p57"/>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Axiomatic Semantics: Loops</a:t>
            </a:r>
            <a:endParaRPr/>
          </a:p>
        </p:txBody>
      </p:sp>
      <p:sp>
        <p:nvSpPr>
          <p:cNvPr id="685" name="Google Shape;685;p57"/>
          <p:cNvSpPr txBox="1"/>
          <p:nvPr>
            <p:ph idx="1" type="body"/>
          </p:nvPr>
        </p:nvSpPr>
        <p:spPr>
          <a:xfrm>
            <a:off x="533400" y="1371600"/>
            <a:ext cx="79248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An inference rule for logical pretest loops</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{P} </a:t>
            </a:r>
            <a:r>
              <a:rPr b="1" i="0" lang="en-US" sz="2400" u="none">
                <a:solidFill>
                  <a:schemeClr val="accent2"/>
                </a:solidFill>
                <a:latin typeface="Courier New"/>
                <a:ea typeface="Courier New"/>
                <a:cs typeface="Courier New"/>
                <a:sym typeface="Courier New"/>
              </a:rPr>
              <a:t>while</a:t>
            </a:r>
            <a:r>
              <a:rPr b="0" i="0" lang="en-US" sz="2400" u="none">
                <a:solidFill>
                  <a:schemeClr val="accent2"/>
                </a:solidFill>
                <a:latin typeface="Lucida Sans"/>
                <a:ea typeface="Lucida Sans"/>
                <a:cs typeface="Lucida Sans"/>
                <a:sym typeface="Lucida Sans"/>
              </a:rPr>
              <a:t> B </a:t>
            </a:r>
            <a:r>
              <a:rPr b="1" i="0" lang="en-US" sz="2400" u="none">
                <a:solidFill>
                  <a:schemeClr val="accent2"/>
                </a:solidFill>
                <a:latin typeface="Courier New"/>
                <a:ea typeface="Courier New"/>
                <a:cs typeface="Courier New"/>
                <a:sym typeface="Courier New"/>
              </a:rPr>
              <a:t>do</a:t>
            </a:r>
            <a:r>
              <a:rPr b="0" i="0" lang="en-US" sz="2400" u="none">
                <a:solidFill>
                  <a:schemeClr val="accent2"/>
                </a:solidFill>
                <a:latin typeface="Lucida Sans"/>
                <a:ea typeface="Lucida Sans"/>
                <a:cs typeface="Lucida Sans"/>
                <a:sym typeface="Lucida Sans"/>
              </a:rPr>
              <a:t> S </a:t>
            </a:r>
            <a:r>
              <a:rPr b="1" i="0" lang="en-US" sz="2400" u="none">
                <a:solidFill>
                  <a:schemeClr val="accent2"/>
                </a:solidFill>
                <a:latin typeface="Courier New"/>
                <a:ea typeface="Courier New"/>
                <a:cs typeface="Courier New"/>
                <a:sym typeface="Courier New"/>
              </a:rPr>
              <a:t>end</a:t>
            </a:r>
            <a:r>
              <a:rPr b="0" i="0" lang="en-US" sz="2400" u="none">
                <a:solidFill>
                  <a:schemeClr val="accent2"/>
                </a:solidFill>
                <a:latin typeface="Lucida Sans"/>
                <a:ea typeface="Lucida Sans"/>
                <a:cs typeface="Lucida Sans"/>
                <a:sym typeface="Lucida Sans"/>
              </a:rPr>
              <a:t> {Q}</a:t>
            </a: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a:t>
            </a:r>
            <a:endParaRPr/>
          </a:p>
          <a:p>
            <a:pPr indent="-342900" lvl="0" marL="342900" rtl="0" algn="l">
              <a:lnSpc>
                <a:spcPct val="100000"/>
              </a:lnSpc>
              <a:spcBef>
                <a:spcPts val="480"/>
              </a:spcBef>
              <a:spcAft>
                <a:spcPts val="0"/>
              </a:spcAft>
              <a:buClr>
                <a:schemeClr val="accent2"/>
              </a:buClr>
              <a:buSzPts val="2400"/>
              <a:buFont typeface="Lucida Sans"/>
              <a:buNone/>
            </a:pPr>
            <a:r>
              <a:t/>
            </a:r>
            <a:endParaRPr b="0" i="0" sz="2400" u="none">
              <a:solidFill>
                <a:schemeClr val="accent2"/>
              </a:solidFill>
              <a:latin typeface="Lucida Sans"/>
              <a:ea typeface="Lucida Sans"/>
              <a:cs typeface="Lucida Sans"/>
              <a:sym typeface="Lucida Sans"/>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a:t>
            </a:r>
            <a:br>
              <a:rPr b="0" i="0" lang="en-US" sz="2400" u="none">
                <a:solidFill>
                  <a:schemeClr val="accent2"/>
                </a:solidFill>
                <a:latin typeface="Lucida Sans"/>
                <a:ea typeface="Lucida Sans"/>
                <a:cs typeface="Lucida Sans"/>
                <a:sym typeface="Lucida Sans"/>
              </a:rPr>
            </a:br>
            <a:endParaRPr/>
          </a:p>
          <a:p>
            <a:pPr indent="-342900" lvl="0" marL="342900" rtl="0" algn="l">
              <a:lnSpc>
                <a:spcPct val="100000"/>
              </a:lnSpc>
              <a:spcBef>
                <a:spcPts val="480"/>
              </a:spcBef>
              <a:spcAft>
                <a:spcPts val="0"/>
              </a:spcAft>
              <a:buClr>
                <a:schemeClr val="accent2"/>
              </a:buClr>
              <a:buSzPts val="2400"/>
              <a:buFont typeface="Lucida Sans"/>
              <a:buNone/>
            </a:pPr>
            <a:r>
              <a:rPr b="0" i="0" lang="en-US" sz="2400" u="none">
                <a:solidFill>
                  <a:schemeClr val="accent2"/>
                </a:solidFill>
                <a:latin typeface="Lucida Sans"/>
                <a:ea typeface="Lucida Sans"/>
                <a:cs typeface="Lucida Sans"/>
                <a:sym typeface="Lucida Sans"/>
              </a:rPr>
              <a:t>	where I is the loop invariant (the inductive hypothesis)</a:t>
            </a:r>
            <a:endParaRPr/>
          </a:p>
        </p:txBody>
      </p:sp>
      <p:pic>
        <p:nvPicPr>
          <p:cNvPr id="686" name="Google Shape;686;p57"/>
          <p:cNvPicPr preferRelativeResize="0"/>
          <p:nvPr>
            <p:ph idx="1" type="body"/>
          </p:nvPr>
        </p:nvPicPr>
        <p:blipFill rotWithShape="1">
          <a:blip r:embed="rId3">
            <a:alphaModFix/>
          </a:blip>
          <a:srcRect b="0" l="0" r="0" t="0"/>
          <a:stretch/>
        </p:blipFill>
        <p:spPr>
          <a:xfrm>
            <a:off x="2209800" y="3124200"/>
            <a:ext cx="3989387" cy="7556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1" name="Shape 691"/>
        <p:cNvGrpSpPr/>
        <p:nvPr/>
      </p:nvGrpSpPr>
      <p:grpSpPr>
        <a:xfrm>
          <a:off x="0" y="0"/>
          <a:ext cx="0" cy="0"/>
          <a:chOff x="0" y="0"/>
          <a:chExt cx="0" cy="0"/>
        </a:xfrm>
      </p:grpSpPr>
      <p:sp>
        <p:nvSpPr>
          <p:cNvPr id="692" name="Google Shape;692;p58"/>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693" name="Google Shape;693;p58"/>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694" name="Google Shape;694;p58"/>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Axiomatic Semantics: Axioms</a:t>
            </a:r>
            <a:endParaRPr/>
          </a:p>
        </p:txBody>
      </p:sp>
      <p:sp>
        <p:nvSpPr>
          <p:cNvPr id="695" name="Google Shape;695;p58"/>
          <p:cNvSpPr txBox="1"/>
          <p:nvPr>
            <p:ph idx="1" type="body"/>
          </p:nvPr>
        </p:nvSpPr>
        <p:spPr>
          <a:xfrm>
            <a:off x="457200" y="1371600"/>
            <a:ext cx="84582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Characteristics of the loop invariant: I must meet the following conditions: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P =&gt; I    </a:t>
            </a:r>
            <a:r>
              <a:rPr b="0" i="0" lang="en-US" sz="1600" u="none">
                <a:solidFill>
                  <a:schemeClr val="accent2"/>
                </a:solidFill>
                <a:latin typeface="Lucida Sans"/>
                <a:ea typeface="Lucida Sans"/>
                <a:cs typeface="Lucida Sans"/>
                <a:sym typeface="Lucida Sans"/>
              </a:rPr>
              <a:t>-- the loop invariant must be true initially</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{I} B {I}    </a:t>
            </a:r>
            <a:r>
              <a:rPr b="0" i="0" lang="en-US" sz="1600" u="none">
                <a:solidFill>
                  <a:schemeClr val="accent2"/>
                </a:solidFill>
                <a:latin typeface="Lucida Sans"/>
                <a:ea typeface="Lucida Sans"/>
                <a:cs typeface="Lucida Sans"/>
                <a:sym typeface="Lucida Sans"/>
              </a:rPr>
              <a:t>-- evaluation of the Boolean must not change the validity of I</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{I and B} S {I}   </a:t>
            </a:r>
            <a:r>
              <a:rPr b="0" i="0" lang="en-US" sz="1600" u="none">
                <a:solidFill>
                  <a:schemeClr val="accent2"/>
                </a:solidFill>
                <a:latin typeface="Lucida Sans"/>
                <a:ea typeface="Lucida Sans"/>
                <a:cs typeface="Lucida Sans"/>
                <a:sym typeface="Lucida Sans"/>
              </a:rPr>
              <a:t>-- I is not changed by executing the body of the loop</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(I and (not B)) =&gt; Q     </a:t>
            </a:r>
            <a:r>
              <a:rPr b="0" i="0" lang="en-US" sz="1600" u="none">
                <a:solidFill>
                  <a:schemeClr val="accent2"/>
                </a:solidFill>
                <a:latin typeface="Lucida Sans"/>
                <a:ea typeface="Lucida Sans"/>
                <a:cs typeface="Lucida Sans"/>
                <a:sym typeface="Lucida Sans"/>
              </a:rPr>
              <a:t>-- if I is true and B is false, Q is implied</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The loop terminates    </a:t>
            </a:r>
            <a:r>
              <a:rPr b="0" i="0" lang="en-US" sz="1600" u="none">
                <a:solidFill>
                  <a:schemeClr val="accent2"/>
                </a:solidFill>
                <a:latin typeface="Lucida Sans"/>
                <a:ea typeface="Lucida Sans"/>
                <a:cs typeface="Lucida Sans"/>
                <a:sym typeface="Lucida Sans"/>
              </a:rPr>
              <a:t>-- can be difficult to prove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0" name="Shape 700"/>
        <p:cNvGrpSpPr/>
        <p:nvPr/>
      </p:nvGrpSpPr>
      <p:grpSpPr>
        <a:xfrm>
          <a:off x="0" y="0"/>
          <a:ext cx="0" cy="0"/>
          <a:chOff x="0" y="0"/>
          <a:chExt cx="0" cy="0"/>
        </a:xfrm>
      </p:grpSpPr>
      <p:sp>
        <p:nvSpPr>
          <p:cNvPr id="701" name="Google Shape;701;p59"/>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702" name="Google Shape;702;p59"/>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703" name="Google Shape;703;p59"/>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Loop Invariant</a:t>
            </a:r>
            <a:endParaRPr/>
          </a:p>
        </p:txBody>
      </p:sp>
      <p:sp>
        <p:nvSpPr>
          <p:cNvPr id="704" name="Google Shape;704;p59"/>
          <p:cNvSpPr txBox="1"/>
          <p:nvPr>
            <p:ph idx="1" type="body"/>
          </p:nvPr>
        </p:nvSpPr>
        <p:spPr>
          <a:xfrm>
            <a:off x="609600" y="1600200"/>
            <a:ext cx="8153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The loop invariant I is a weakened version of the loop postcondition, and it is also a precondition.</a:t>
            </a:r>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I must be weak enough to be satisfied prior to the beginning of the loop, but when combined with the loop exit condition, it must be strong enough to force the truth of the postcondition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0"/>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711" name="Google Shape;711;p60"/>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712" name="Google Shape;712;p60"/>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Semântica Axiomática: Avaliação</a:t>
            </a:r>
            <a:endParaRPr/>
          </a:p>
        </p:txBody>
      </p:sp>
      <p:sp>
        <p:nvSpPr>
          <p:cNvPr id="713" name="Google Shape;713;p60"/>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Desenvolver axiomas ou regras de interências para todas as sentenças da linguagem é difícil</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É poderosa para provas de corretude, no entanto não é muito utilizada por usuários das LP e desenvolvedores de compiladores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61"/>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720" name="Google Shape;720;p61"/>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721" name="Google Shape;721;p61"/>
          <p:cNvSpPr txBox="1"/>
          <p:nvPr>
            <p:ph type="title"/>
          </p:nvPr>
        </p:nvSpPr>
        <p:spPr>
          <a:xfrm>
            <a:off x="533400" y="2286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200"/>
              <a:buFont typeface="Lucida Sans"/>
              <a:buNone/>
            </a:pPr>
            <a:r>
              <a:rPr b="0" i="0" lang="en-US" sz="3200" u="none">
                <a:solidFill>
                  <a:srgbClr val="666699"/>
                </a:solidFill>
                <a:latin typeface="Lucida Sans"/>
                <a:ea typeface="Lucida Sans"/>
                <a:cs typeface="Lucida Sans"/>
                <a:sym typeface="Lucida Sans"/>
              </a:rPr>
              <a:t>Semântica Denotacional vs Semântica Operacional</a:t>
            </a:r>
            <a:endParaRPr/>
          </a:p>
        </p:txBody>
      </p:sp>
      <p:sp>
        <p:nvSpPr>
          <p:cNvPr id="722" name="Google Shape;722;p61"/>
          <p:cNvSpPr txBox="1"/>
          <p:nvPr>
            <p:ph idx="1" type="body"/>
          </p:nvPr>
        </p:nvSpPr>
        <p:spPr>
          <a:xfrm>
            <a:off x="533400" y="1447800"/>
            <a:ext cx="8610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Na Semântica Operacional, as mudanças de estado são definidas pelo código da linguagem</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Na Semântica Denotacional, as mudanças nos estados são definidas por funções matemáticas complexas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2"/>
          <p:cNvSpPr txBox="1"/>
          <p:nvPr/>
        </p:nvSpPr>
        <p:spPr>
          <a:xfrm>
            <a:off x="685800" y="6248400"/>
            <a:ext cx="4191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2015 Pearson. All rights reserved.</a:t>
            </a:r>
            <a:endParaRPr/>
          </a:p>
        </p:txBody>
      </p:sp>
      <p:sp>
        <p:nvSpPr>
          <p:cNvPr id="729" name="Google Shape;729;p62"/>
          <p:cNvSpPr txBox="1"/>
          <p:nvPr/>
        </p:nvSpPr>
        <p:spPr>
          <a:xfrm>
            <a:off x="69342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fld id="{00000000-1234-1234-1234-123412341234}" type="slidenum">
              <a:rPr b="0" i="0" lang="en-US" sz="1000" u="none" cap="none" strike="noStrike">
                <a:solidFill>
                  <a:schemeClr val="dk1"/>
                </a:solidFill>
                <a:latin typeface="Arial"/>
                <a:ea typeface="Arial"/>
                <a:cs typeface="Arial"/>
                <a:sym typeface="Arial"/>
              </a:rPr>
              <a:t>‹#›</a:t>
            </a:fld>
            <a:endParaRPr/>
          </a:p>
        </p:txBody>
      </p:sp>
      <p:sp>
        <p:nvSpPr>
          <p:cNvPr id="730" name="Google Shape;730;p62"/>
          <p:cNvSpPr txBox="1"/>
          <p:nvPr>
            <p:ph type="title"/>
          </p:nvPr>
        </p:nvSpPr>
        <p:spPr>
          <a:xfrm>
            <a:off x="609600" y="381000"/>
            <a:ext cx="81534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666699"/>
              </a:buClr>
              <a:buSzPts val="3600"/>
              <a:buFont typeface="Lucida Sans"/>
              <a:buNone/>
            </a:pPr>
            <a:r>
              <a:rPr b="0" i="0" lang="en-US" sz="3600" u="none">
                <a:solidFill>
                  <a:srgbClr val="666699"/>
                </a:solidFill>
                <a:latin typeface="Lucida Sans"/>
                <a:ea typeface="Lucida Sans"/>
                <a:cs typeface="Lucida Sans"/>
                <a:sym typeface="Lucida Sans"/>
              </a:rPr>
              <a:t>Resumo</a:t>
            </a:r>
            <a:endParaRPr/>
          </a:p>
        </p:txBody>
      </p:sp>
      <p:sp>
        <p:nvSpPr>
          <p:cNvPr id="731" name="Google Shape;731;p62"/>
          <p:cNvSpPr txBox="1"/>
          <p:nvPr>
            <p:ph idx="1" type="body"/>
          </p:nvPr>
        </p:nvSpPr>
        <p:spPr>
          <a:xfrm>
            <a:off x="609600" y="1600200"/>
            <a:ext cx="85344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FNB e GLC são meta linguagens</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Amplamente utilizadas para descrever a sintaxe de LP</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Uma Gramática de Atributos é um formalismo que pode descrever sintaxe e semântica de uma LP</a:t>
            </a:r>
            <a:endParaRPr/>
          </a:p>
          <a:p>
            <a:pPr indent="-165100" lvl="0" marL="342900" rtl="0" algn="l">
              <a:lnSpc>
                <a:spcPct val="100000"/>
              </a:lnSpc>
              <a:spcBef>
                <a:spcPts val="560"/>
              </a:spcBef>
              <a:spcAft>
                <a:spcPts val="0"/>
              </a:spcAft>
              <a:buClr>
                <a:schemeClr val="accent2"/>
              </a:buClr>
              <a:buSzPts val="2800"/>
              <a:buFont typeface="Lucida Sans"/>
              <a:buNone/>
            </a:pPr>
            <a:r>
              <a:t/>
            </a:r>
            <a:endParaRPr b="0" i="0" sz="2800" u="none">
              <a:solidFill>
                <a:schemeClr val="accent2"/>
              </a:solidFill>
              <a:latin typeface="Lucida Sans"/>
              <a:ea typeface="Lucida Sans"/>
              <a:cs typeface="Lucida Sans"/>
              <a:sym typeface="Lucida Sans"/>
            </a:endParaRPr>
          </a:p>
          <a:p>
            <a:pPr indent="-342900" lvl="0" marL="342900" rtl="0" algn="l">
              <a:lnSpc>
                <a:spcPct val="100000"/>
              </a:lnSpc>
              <a:spcBef>
                <a:spcPts val="560"/>
              </a:spcBef>
              <a:spcAft>
                <a:spcPts val="0"/>
              </a:spcAft>
              <a:buClr>
                <a:schemeClr val="accent2"/>
              </a:buClr>
              <a:buSzPts val="2800"/>
              <a:buFont typeface="Lucida Sans"/>
              <a:buChar char="•"/>
            </a:pPr>
            <a:r>
              <a:rPr b="0" i="0" lang="en-US" sz="2800" u="none">
                <a:solidFill>
                  <a:schemeClr val="accent2"/>
                </a:solidFill>
                <a:latin typeface="Lucida Sans"/>
                <a:ea typeface="Lucida Sans"/>
                <a:cs typeface="Lucida Sans"/>
                <a:sym typeface="Lucida Sans"/>
              </a:rPr>
              <a:t>Três métodos para descrever semântica</a:t>
            </a:r>
            <a:endParaRPr/>
          </a:p>
          <a:p>
            <a:pPr indent="-285750" lvl="1" marL="742950" rtl="0" algn="l">
              <a:lnSpc>
                <a:spcPct val="100000"/>
              </a:lnSpc>
              <a:spcBef>
                <a:spcPts val="480"/>
              </a:spcBef>
              <a:spcAft>
                <a:spcPts val="0"/>
              </a:spcAft>
              <a:buClr>
                <a:schemeClr val="accent2"/>
              </a:buClr>
              <a:buSzPts val="2400"/>
              <a:buFont typeface="Lucida Sans"/>
              <a:buChar char="–"/>
            </a:pPr>
            <a:r>
              <a:rPr b="0" i="0" lang="en-US" sz="2400" u="none">
                <a:solidFill>
                  <a:schemeClr val="accent2"/>
                </a:solidFill>
                <a:latin typeface="Lucida Sans"/>
                <a:ea typeface="Lucida Sans"/>
                <a:cs typeface="Lucida Sans"/>
                <a:sym typeface="Lucida Sans"/>
              </a:rPr>
              <a:t>Operacional, axiomático e denotacional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2003-08-01T12:29:19Z</dcterms:created>
  <dc:creator>David Garrett</dc:creator>
</cp:coreProperties>
</file>