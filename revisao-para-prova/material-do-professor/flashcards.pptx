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7365D"/>
                </a:solidFill>
                <a:latin typeface="Aptos"/>
              </a:defRPr>
            </a:pPr>
            <a:r>
              <a:t>Revisão da Primeira Prova Bimestral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2677D"/>
                </a:solidFill>
                <a:latin typeface="Aptos"/>
              </a:defRPr>
            </a:pPr>
            <a:r>
              <a:t>Pergunta primeiro. Resposta no cartão seguinte.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Por que estes conceitos importam em uma decisão técnica?</a:t>
            </a:r>
            <a:br/>
            <a:r>
              <a:t>Razões para estudar conceitos de LP, Critérios de Avaliação de Linguagem, Legibilidade e ortogonalidade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7365D"/>
                </a:solidFill>
                <a:latin typeface="Aptos"/>
              </a:defRPr>
            </a:pPr>
            <a:r>
              <a:t>Razões para estudar conceitos de LP, Critérios de Avaliação de Linguagem, Legibilidade e ortogonalidade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536"/>
                </a:solidFill>
                <a:latin typeface="Aptos"/>
              </a:defRPr>
            </a:pPr>
            <a:r>
              <a:t>Razões para estudar conceitos de LP: O estudo dos conceitos de linguagens de programação amplia a expressão de ideias, fundamenta a escolha de linguagens, facilita a aprendizagem de novas linguagens, melhora o uso das já conhecidas e ajuda a compreender a implementação.</a:t>
            </a:r>
            <a:br/>
            <a:br/>
            <a:r>
              <a:t>Critérios de Avaliação de Linguagem: Legibilidade, capacidade de escrita, confiabilidade e custo são critérios usados para comparar a adequação de uma linguagem, sem pressupor que uma única linguagem maximize todos eles.</a:t>
            </a:r>
            <a:br/>
            <a:br/>
            <a:r>
              <a:t>Legibilidade e ortogonalidade: Legibilidade envolve a facilidade de compreender programas. A ortogonalidade contribui para ela ao permitir que componentes básicos sejam combinados com poucas restrições e exceções.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2677D"/>
                </a:solidFill>
                <a:latin typeface="Aptos"/>
              </a:defRPr>
            </a:pPr>
            <a:r>
              <a:t>Objetivos relacionados: Explicar as razões para estudar conceitos de linguagens de programação e aplicar critérios de avaliação na comparação de linguagens.; Relacionar decisões de projeto, evolução histórica, descrição formal, processamento e comportamento de variáveis entre os capítulos 1 a 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Como você explicaria a relação entre estes conceitos?</a:t>
            </a:r>
            <a:br/>
            <a:r>
              <a:t>Capacidade de escrita, Confiabilidade e verificação de tipos, Custo de uma linguagem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  <a:latin typeface="Aptos"/>
              </a:defRPr>
            </a:pPr>
            <a:r>
              <a:t>Capacidade de escrita, Confiabilidade e verificação de tipos, Custo de uma linguagem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536"/>
                </a:solidFill>
                <a:latin typeface="Aptos"/>
              </a:defRPr>
            </a:pPr>
            <a:r>
              <a:t>Capacidade de escrita: É a facilidade com que uma linguagem pode ser usada para criar programas destinados a um domínio de problema específico.</a:t>
            </a:r>
            <a:br/>
            <a:br/>
            <a:r>
              <a:t>Confiabilidade e verificação de tipos: Confiabilidade é o comportamento de acordo com as especificações. A verificação de tipos contribui para esse critério ao detectar usos incompatíveis, preferencialmente durante a compilação para reduzir o custo de correção.</a:t>
            </a:r>
            <a:br/>
            <a:br/>
            <a:r>
              <a:t>Custo de uma linguagem: O custo inclui treinamento, aprendizagem, escrita de programas, implementação e execução. Decisões como verificações em tempo de execução podem elevar a confiabilidade, mas também aumentar o custo de execução.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2677D"/>
                </a:solidFill>
                <a:latin typeface="Aptos"/>
              </a:defRPr>
            </a:pPr>
            <a:r>
              <a:t>Objetivos relacionados: Explicar as razões para estudar conceitos de linguagens de programação e aplicar critérios de avaliação na comparação de linguagens.; Relacionar arquitetura de computadores, metodologias de projeto, categorias de linguagens, trade-offs e métodos de implementação.; Relacionar decisões de projeto, evolução histórica, descrição formal, processamento e comportamento de variáveis entre os capítulos 1 a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Que problema profissional estes conceitos ajudam a analisar?</a:t>
            </a:r>
            <a:br/>
            <a:r>
              <a:t>Influências no Projeto de Linguagens, Categorias de Linguagens, Trade-offs no Projeto de Linguagens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7365D"/>
                </a:solidFill>
                <a:latin typeface="Aptos"/>
              </a:defRPr>
            </a:pPr>
            <a:r>
              <a:t>Influências no Projeto de Linguagens, Categorias de Linguagens, Trade-offs no Projeto de Linguagens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536"/>
                </a:solidFill>
                <a:latin typeface="Aptos"/>
              </a:defRPr>
            </a:pPr>
            <a:r>
              <a:t>Influências no Projeto de Linguagens: O projeto de linguagens é influenciado pela arquitetura de computadores e pelas metodologias de projeto de software. A Arquitetura de von Neumann favoreceu o modelo imperativo, enquanto novas metodologias contribuíram para novos paradigmas.</a:t>
            </a:r>
            <a:br/>
            <a:br/>
            <a:r>
              <a:t>Categorias de Linguagens: As categorias apresentadas são imperativas, funcionais, lógicas e híbridas de marcação-programação. Elas diferem pela centralidade de variáveis e atribuições, aplicação de funções, regras declarativas ou combinação de marcação com ações de programação.</a:t>
            </a:r>
            <a:br/>
            <a:br/>
            <a:r>
              <a:t>Trade-offs no Projeto de Linguagens: Uma decisão de projeto pode beneficiar um critério e prejudicar outro. Os contrastes destacados são confiabilidade versus custo de execução, legibilidade versus capacidade de escrita e flexibilidade versus confiabilidade.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2677D"/>
                </a:solidFill>
                <a:latin typeface="Aptos"/>
              </a:defRPr>
            </a:pPr>
            <a:r>
              <a:t>Objetivos relacionados: Explicar as razões para estudar conceitos de linguagens de programação e aplicar critérios de avaliação na comparação de linguagens.; Relacionar arquitetura de computadores, metodologias de projeto, categorias de linguagens, trade-offs e métodos de implementação.; Comparar linguagens e famílias dos paradigmas imperativo, funcional, lógico, orientado a objetos, scripting e híbrido de marcação-programação.; Relacionar decisões de projeto, evolução histórica, descrição formal, processamento e comportamento de variáveis entre os capítulos 1 a 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Quais trade-offs aparecem quando pensamos em:</a:t>
            </a:r>
            <a:br/>
            <a:r>
              <a:t>Métodos de Implementação e Ambientes de Programação, Evolução das principais linguagens de programação, Plankalkül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7365D"/>
                </a:solidFill>
                <a:latin typeface="Aptos"/>
              </a:defRPr>
            </a:pPr>
            <a:r>
              <a:t>Métodos de Implementação e Ambientes de Programação, Evolução das principais linguagens de programação, Plankalkül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536"/>
                </a:solidFill>
                <a:latin typeface="Aptos"/>
              </a:defRPr>
            </a:pPr>
            <a:r>
              <a:t>Métodos de Implementação e Ambientes de Programação: Compilação traduz para linguagem de máquina; interpretação pura executa por meio de um interpretador; sistemas híbridos usam código intermediário; e JIT compila durante a execução. Ambientes de programação reúnem ferramentas de desenvolvimento.</a:t>
            </a:r>
            <a:br/>
            <a:br/>
            <a:r>
              <a:t>Evolução das principais linguagens de programação: A evolução deve ser estudada pela relação entre o ambiente de criação, as motivações, as contribuições e a influência sobre linguagens posteriores, e não como uma sequência em que cada linguagem simplesmente substitui a anterior.</a:t>
            </a:r>
            <a:br/>
            <a:br/>
            <a:r>
              <a:t>Plankalkül: Plankalkül foi concebida por Konrad Zuse para expressar computações, mas não foi implementada em sua época e teve sua descrição publicada muito depois. Sua relevância histórica decorre de antecipar recursos avançados, especialmente em estruturas de dados.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2677D"/>
                </a:solidFill>
                <a:latin typeface="Aptos"/>
              </a:defRPr>
            </a:pPr>
            <a:r>
              <a:t>Objetivos relacionados: Relacionar arquitetura de computadores, metodologias de projeto, categorias de linguagens, trade-offs e métodos de implementação.; Analisar a evolução das principais linguagens de programação considerando contexto histórico, domínio e contribuições.; Comparar linguagens e famílias dos paradigmas imperativo, funcional, lógico, orientado a objetos, scripting e híbrido de marcação-programação.; Explicar a cooperação entre análise léxica e análise sintática no processamento de linguagens.; Relacionar decisões de projeto, evolução histórica, descrição formal, processamento e comportamento de variáveis entre os capítulos 1 a 5.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Por que estes conceitos importam em uma decisão técnica?</a:t>
            </a:r>
            <a:br/>
            <a:r>
              <a:t>Pseudocódigos e interpretação inicial, Fortran e computação científica, Lisp, Scheme e programação funcional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7365D"/>
                </a:solidFill>
                <a:latin typeface="Aptos"/>
              </a:defRPr>
            </a:pPr>
            <a:r>
              <a:t>Pseudocódigos e interpretação inicial, Fortran e computação científica, Lisp, Scheme e programação funcional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536"/>
                </a:solidFill>
                <a:latin typeface="Aptos"/>
              </a:defRPr>
            </a:pPr>
            <a:r>
              <a:t>Pseudocódigos e interpretação inicial: Sistemas iniciais como Short Code e Speedcoding simplificaram a programação por meio de interpretação e operações de nível mais alto, mas pagaram por isso com maior tempo de execução e limitações de recursos.</a:t>
            </a:r>
            <a:br/>
            <a:br/>
            <a:r>
              <a:t>Fortran e computação científica: A evolução de Fortran incorporou recursos como declarações de tipo explícitas, estruturas de controle, passagem de subprogramas, vetores dinâmicos, registros, ponteiros, módulos e recursão, acompanhando novas necessidades de programação científica.</a:t>
            </a:r>
            <a:br/>
            <a:br/>
            <a:r>
              <a:t>Lisp, Scheme e programação funcional: A linhagem de Lisp favorece computação baseada em funções e listas. Scheme destaca tamanho reduzido, escopo estático e funções como entidades de primeira classe, que podem ser atribuídas, passadas e retornadas.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2677D"/>
                </a:solidFill>
                <a:latin typeface="Aptos"/>
              </a:defRPr>
            </a:pPr>
            <a:r>
              <a:t>Objetivos relacionados: Analisar a evolução das principais linguagens de programação considerando contexto histórico, domínio e contribuições.; Comparar linguagens e famílias dos paradigmas imperativo, funcional, lógico, orientado a objetos, scripting e híbrido de marcação-programação.; Comparar escopo estático, escopo dinâmico, ambiente de referenciamento e constantes nomeadas.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Como você explicaria a relação entre estes conceitos?</a:t>
            </a:r>
            <a:br/>
            <a:r>
              <a:t>Linguagens orientadas por domínio, Linguagens dinâmicas: APL e SNOBOL, Linhagens imperativa, lógica e orientada a objetos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7365D"/>
                </a:solidFill>
                <a:latin typeface="Aptos"/>
              </a:defRPr>
            </a:pPr>
            <a:r>
              <a:t>Linguagens orientadas por domínio, Linguagens dinâmicas: APL e SNOBOL, Linhagens imperativa, lógica e orientada a objetos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536"/>
                </a:solidFill>
                <a:latin typeface="Aptos"/>
              </a:defRPr>
            </a:pPr>
            <a:r>
              <a:t>Linguagens orientadas por domínio: COBOL e Basic ilustram projetos guiados por públicos e domínios distintos: processamento comercial com notação próxima da linguagem natural e ampliação do acesso à programação para estudantes não especializados.</a:t>
            </a:r>
            <a:br/>
            <a:br/>
            <a:r>
              <a:t>Linguagens dinâmicas: APL e SNOBOL: APL e SNOBOL apresentam tipagem dinâmica e alocação dinâmica de armazenamento: a variável adquire tipo e armazenamento quando recebe um valor.</a:t>
            </a:r>
            <a:br/>
            <a:br/>
            <a:r>
              <a:t>Linhagens imperativa, lógica e orientada a objetos: A revisão histórica contrasta linhagens baseadas em comandos e estado, programação baseada em regras e linguagens orientadas a objetos. Ada relaciona recursos de linguagem a sistemas críticos, e Smalltalk ocupa posição central no suporte completo à orientação a objetos.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2677D"/>
                </a:solidFill>
                <a:latin typeface="Aptos"/>
              </a:defRPr>
            </a:pPr>
            <a:r>
              <a:t>Objetivos relacionados: Analisar a evolução das principais linguagens de programação considerando contexto histórico, domínio e contribuições.; Comparar linguagens e famílias dos paradigmas imperativo, funcional, lógico, orientado a objetos, scripting e híbrido de marcação-programação.; Caracterizar nomes, variáveis, vinculações, alocação e tempo de vida.; Relacionar decisões de projeto, evolução histórica, descrição formal, processamento e comportamento de variáveis entre os capítulos 1 a 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Que problema profissional estes conceitos ajudam a analisar?</a:t>
            </a:r>
            <a:br/>
            <a:r>
              <a:t>Java, Lua e estratégias de implementação, Linguagens híbridas de marcação-programação, Sintaxe e Semântica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7365D"/>
                </a:solidFill>
                <a:latin typeface="Aptos"/>
              </a:defRPr>
            </a:pPr>
            <a:r>
              <a:t>Java, Lua e estratégias de implementação, Linguagens híbridas de marcação-programação, Sintaxe e Semântica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536"/>
                </a:solidFill>
                <a:latin typeface="Aptos"/>
              </a:defRPr>
            </a:pPr>
            <a:r>
              <a:t>Java, Lua e estratégias de implementação: Java representa a combinação do paradigma imperativo com orientação a objetos e um sistema de execução amplamente disponível. Lua combina tipagem dinâmica, tabelas, funções de primeira classe, coleta de lixo e tradução para código intermediário interpretado.</a:t>
            </a:r>
            <a:br/>
            <a:br/>
            <a:r>
              <a:t>Linguagens híbridas de marcação-programação: Uma linguagem híbrida de marcação-programação estende marcação com elementos capazes de especificar ações como controle de fluxo e computação. XSLT e JSP aparecem como exemplos históricos dessa categoria.</a:t>
            </a:r>
            <a:br/>
            <a:br/>
            <a:r>
              <a:t>Sintaxe e Semântica: Sintaxe é a forma ou estrutura das expressões, atribuições e unidades de programa; semântica é o significado dessas construções. Juntas, caracterizam a definição de uma linguagem de programação.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2677D"/>
                </a:solidFill>
                <a:latin typeface="Aptos"/>
              </a:defRPr>
            </a:pPr>
            <a:r>
              <a:t>Objetivos relacionados: Relacionar arquitetura de computadores, metodologias de projeto, categorias de linguagens, trade-offs e métodos de implementação.; Analisar a evolução das principais linguagens de programação considerando contexto histórico, domínio e contribuições.; Comparar linguagens e famílias dos paradigmas imperativo, funcional, lógico, orientado a objetos, scripting e híbrido de marcação-programação.; Distinguir sintaxe, semântica, sentença, linguagem, lexema e token.; Relacionar decisões de projeto, evolução histórica, descrição formal, processamento e comportamento de variáveis entre os capítulos 1 a 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Quais trade-offs aparecem quando pensamos em:</a:t>
            </a:r>
            <a:br/>
            <a:r>
              <a:t>Sentença, linguagem, lexema e token, Reconhecedores e Geradores, FNB e Gramáticas Livres de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7365D"/>
                </a:solidFill>
                <a:latin typeface="Aptos"/>
              </a:defRPr>
            </a:pPr>
            <a:r>
              <a:t>Sentença, linguagem, lexema e token, Reconhecedores e Geradores, FNB e Gramáticas Livres de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536"/>
                </a:solidFill>
                <a:latin typeface="Aptos"/>
              </a:defRPr>
            </a:pPr>
            <a:r>
              <a:t>Sentença, linguagem, lexema e token: Sentença é uma cadeia de caracteres sobre um alfabeto; linguagem é um conjunto de sentenças; lexema é uma unidade sintática elementar; e token é uma categoria que reúne lexemas.</a:t>
            </a:r>
            <a:br/>
            <a:br/>
            <a:r>
              <a:t>Reconhecedores e Geradores: Um reconhecedor decide se uma cadeia pertence à linguagem. Um gerador descreve ou produz as sentenças da linguagem e oferece uma estrutura com a qual uma sentença pode ser comparada.</a:t>
            </a:r>
            <a:br/>
            <a:br/>
            <a:r>
              <a:t>FNB e Gramáticas Livres de Contexto: Gramáticas Livres de Contexto são geradores usados para descrever classes de linguagens. A Forma Normal de Backus foi criada para descrever a sintaxe de Algol 58 e é equivalente às gramáticas livres de contexto.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2677D"/>
                </a:solidFill>
                <a:latin typeface="Aptos"/>
              </a:defRPr>
            </a:pPr>
            <a:r>
              <a:t>Objetivos relacionados: Distinguir sintaxe, semântica, sentença, linguagem, lexema e token.; Aplicar FNB, FNBE, gramáticas livres de contexto, derivações e árvores de análise sintática.; Explicar a cooperação entre análise léxica e análise sintática no processamento de linguagens.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Por que estes conceitos importam em uma decisão técnica?</a:t>
            </a:r>
            <a:br/>
            <a:r>
              <a:t>Terminais, não terminais e regras, Recursão, derivação e forma sentencial, Árvore de Análise Sintática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7365D"/>
                </a:solidFill>
                <a:latin typeface="Aptos"/>
              </a:defRPr>
            </a:pPr>
            <a:r>
              <a:t>Terminais, não terminais e regras, Recursão, derivação e forma sentencial, Árvore de Análise Sintática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536"/>
                </a:solidFill>
                <a:latin typeface="Aptos"/>
              </a:defRPr>
            </a:pPr>
            <a:r>
              <a:t>Terminais, não terminais e regras: Na FNB, não terminais representam classes de estruturas sintáticas, enquanto terminais correspondem a tokens ou lexemas. Cada regra tem um não terminal à esquerda e terminais e/ou não terminais à direita.</a:t>
            </a:r>
            <a:br/>
            <a:br/>
            <a:r>
              <a:t>Recursão, derivação e forma sentencial: Recursão permite descrever listas sintáticas. Derivação é a aplicação repetida de regras desde o símbolo inicial; cada cadeia intermediária é uma forma sentencial, e uma forma composta apenas por terminais é uma sentença.</a:t>
            </a:r>
            <a:br/>
            <a:br/>
            <a:r>
              <a:t>Árvore de Análise Sintática: É a representação hierárquica de uma derivação, mostrando como símbolos não terminais são expandidos até produzir os terminais da sentença.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2677D"/>
                </a:solidFill>
                <a:latin typeface="Aptos"/>
              </a:defRPr>
            </a:pPr>
            <a:r>
              <a:t>Objetivos relacionados: Aplicar FNB, FNBE, gramáticas livres de contexto, derivações e árvores de análise sintática.; Explicar a cooperação entre análise léxica e análise sintática no processamento de linguagens.; Comparar análise sintática descendente e ascendente, incluindo lookahead, recursão à esquerda e redução.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Como você explicaria a relação entre estes conceitos?</a:t>
            </a:r>
            <a:br/>
            <a:r>
              <a:t>Ambiguidade em Gramáticas, FNB Extendida, Semântica Estática e Semântica Dinâmica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  <a:latin typeface="Aptos"/>
              </a:defRPr>
            </a:pPr>
            <a:r>
              <a:t>Ambiguidade em Gramáticas, FNB Extendida, Semântica Estática e Semântica Dinâmica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536"/>
                </a:solidFill>
                <a:latin typeface="Aptos"/>
              </a:defRPr>
            </a:pPr>
            <a:r>
              <a:t>Ambiguidade em Gramáticas: Uma gramática é ambígua quando uma mesma sentença pode produzir duas árvores de derivação diferentes. A organização das regras pode expressar precedência de operadores e eliminar uma ambiguidade.</a:t>
            </a:r>
            <a:br/>
            <a:br/>
            <a:r>
              <a:t>FNB Extendida: A FNBE usa colchetes para termos opcionais, parênteses e barras para alternativas e chaves para repetições de zero ou mais termos.</a:t>
            </a:r>
            <a:br/>
            <a:br/>
            <a:r>
              <a:t>Semântica Estática e Semântica Dinâmica: A semântica estática trata restrições que uma GLC não descreve adequadamente e pode ser especificada por gramáticas de atributos. A semântica dinâmica pode ser descrita pelos métodos operacional, denotacional e axiomático.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2677D"/>
                </a:solidFill>
                <a:latin typeface="Aptos"/>
              </a:defRPr>
            </a:pPr>
            <a:r>
              <a:t>Objetivos relacionados: Aplicar FNB, FNBE, gramáticas livres de contexto, derivações e árvores de análise sintática.; Identificar ambiguidade e comparar gramáticas de atributos, semântica operacional, denotacional e axiomática.; Comparar análise sintática descendente e ascendente, incluindo lookahead, recursão à esquerda e redução.; Relacionar decisões de projeto, evolução histórica, descrição formal, processamento e comportamento de variáveis entre os capítulos 1 a 5.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Que problema profissional estes conceitos ajudam a analisar?</a:t>
            </a:r>
            <a:br/>
            <a:r>
              <a:t>Análise Léxica e Análise Sintática, Separação entre léxico e parser, Casamento de padrões e geração de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7365D"/>
                </a:solidFill>
                <a:latin typeface="Aptos"/>
              </a:defRPr>
            </a:pPr>
            <a:r>
              <a:t>Análise Léxica e Análise Sintática, Separação entre léxico e parser, Casamento de padrões e geração de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2536"/>
                </a:solidFill>
                <a:latin typeface="Aptos"/>
              </a:defRPr>
            </a:pPr>
            <a:r>
              <a:t>Análise Léxica e Análise Sintática: O processamento sintático é dividido entre o analisador léxico, baseado em padrões e gramática regular, e o parser, baseado em GLC ou FNB e modelado como autômato com pilha.</a:t>
            </a:r>
            <a:br/>
            <a:br/>
            <a:r>
              <a:t>Separação entre léxico e parser: Separar análise léxica e análise sintática favorece simplicidade, permite otimizações específicas do léxico e isola aspectos menos portáveis.</a:t>
            </a:r>
            <a:br/>
            <a:br/>
            <a:r>
              <a:t>Casamento de padrões e geração de tokens: O analisador léxico encontra subcadeias no código-fonte, agrupa lexemas e atribui códigos internos. Um token pode representar vários lexemas, como diferentes nomes classificados como IDENT.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2677D"/>
                </a:solidFill>
                <a:latin typeface="Aptos"/>
              </a:defRPr>
            </a:pPr>
            <a:r>
              <a:t>Objetivos relacionados: Distinguir sintaxe, semântica, sentença, linguagem, lexema e token.; Explicar a cooperação entre análise léxica e análise sintática no processamento de linguagens.; Relacionar decisões de projeto, evolução histórica, descrição formal, processamento e comportamento de variáveis entre os capítulos 1 a 5.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Quais trade-offs aparecem quando pensamos em:</a:t>
            </a:r>
            <a:br/>
            <a:r>
              <a:t>Implementação do analisador léxico, Objetivos da análise sintática, Análise Sintática Descendente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7365D"/>
                </a:solidFill>
                <a:latin typeface="Aptos"/>
              </a:defRPr>
            </a:pPr>
            <a:r>
              <a:t>Implementação do analisador léxico, Objetivos da análise sintática, Análise Sintática Descendente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536"/>
                </a:solidFill>
                <a:latin typeface="Aptos"/>
              </a:defRPr>
            </a:pPr>
            <a:r>
              <a:t>Implementação do analisador léxico: O analisador léxico pode ser construído com ferramentas a partir de descrições formais, com código baseado em diagramas de estado ou com tabelas montadas manualmente. Funções como getChar, addChar e lookup apoiam o reconhecimento.</a:t>
            </a:r>
            <a:br/>
            <a:br/>
            <a:r>
              <a:t>Objetivos da análise sintática: O parser deve localizar erros sintáticos, produzir diagnósticos, recuperar-se para continuar a análise e construir a árvore de análise sintática ou um caminho correspondente.</a:t>
            </a:r>
            <a:br/>
            <a:br/>
            <a:r>
              <a:t>Análise Sintática Descendente: A análise descendente constrói a árvore a partir da raiz, usa derivação mais à esquerda e pode ser implementada por uma coleção de subprogramas, muitos deles recursivos.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2677D"/>
                </a:solidFill>
                <a:latin typeface="Aptos"/>
              </a:defRPr>
            </a:pPr>
            <a:r>
              <a:t>Objetivos relacionados: Explicar a cooperação entre análise léxica e análise sintática no processamento de linguagens.; Comparar análise sintática descendente e ascendente, incluindo lookahead, recursão à esquerda e redução.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Por que estes conceitos importam em uma decisão técnica?</a:t>
            </a:r>
            <a:br/>
            <a:r>
              <a:t>Lookahead, Recursão à esquerda, Análise Sintática Ascendente e redução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  <a:latin typeface="Aptos"/>
              </a:defRPr>
            </a:pPr>
            <a:r>
              <a:t>Lookahead, Recursão à esquerda, Análise Sintática Ascendente e redução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536"/>
                </a:solidFill>
                <a:latin typeface="Aptos"/>
              </a:defRPr>
            </a:pPr>
            <a:r>
              <a:t>Lookahead: Quando um não terminal possui alternativas, o analisador descendente compara o próximo token com os primeiros tokens que cada regra pode gerar. A ausência de correspondência indica erro sintático.</a:t>
            </a:r>
            <a:br/>
            <a:br/>
            <a:r>
              <a:t>Recursão à esquerda: Gramáticas com recursão à esquerda direta ou indireta não podem ser usadas diretamente por um analisador descendente. A gramática deve ser transformada para substituir essa recursão por uma forma adequada.</a:t>
            </a:r>
            <a:br/>
            <a:br/>
            <a:r>
              <a:t>Análise Sintática Ascendente e redução: A análise ascendente constrói a árvore a partir das folhas e procura uma subcadeia que corresponda ao lado direito de uma regra, reduzindo-a para recuperar a forma sentencial anterior da derivação mais à direita.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2677D"/>
                </a:solidFill>
                <a:latin typeface="Aptos"/>
              </a:defRPr>
            </a:pPr>
            <a:r>
              <a:t>Objetivos relacionados: Aplicar FNB, FNBE, gramáticas livres de contexto, derivações e árvores de análise sintática.; Comparar análise sintática descendente e ascendente, incluindo lookahead, recursão à esquerda e redução.; Explicar a organização de analisadores LR e a função das tabelas ACTION e GOTO.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Como você explicaria a relação entre estes conceitos?</a:t>
            </a:r>
            <a:br/>
            <a:r>
              <a:t>Analisadores LR, ACTION e GOTO, Nomes e palavras especiais, Variável e seus atributos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  <a:latin typeface="Aptos"/>
              </a:defRPr>
            </a:pPr>
            <a:r>
              <a:t>Analisadores LR, ACTION e GOTO, Nomes e palavras especiais, Variável e seus atributos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536"/>
                </a:solidFill>
                <a:latin typeface="Aptos"/>
              </a:defRPr>
            </a:pPr>
            <a:r>
              <a:t>Analisadores LR, ACTION e GOTO: Analisadores LR são analisadores ascendentes normalmente construídos com ferramentas. A tabela ACTION determina ações com base no estado e no próximo terminal; GOTO determina o novo estado depois de uma redução usando não terminais.</a:t>
            </a:r>
            <a:br/>
            <a:br/>
            <a:r>
              <a:t>Nomes e palavras especiais: O projeto de nomes considera distinção entre maiúsculas e minúsculas e tratamento das palavras especiais. Palavra-chave é especial em certos contextos; palavra reservada não pode ser usada como nome.</a:t>
            </a:r>
            <a:br/>
            <a:br/>
            <a:r>
              <a:t>Variável e seus atributos: Uma variável é uma abstração de uma célula de memória e pode ser caracterizada por nome, endereço, valor, tipo, tempo de vida e escopo.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2677D"/>
                </a:solidFill>
                <a:latin typeface="Aptos"/>
              </a:defRPr>
            </a:pPr>
            <a:r>
              <a:t>Objetivos relacionados: Explicar a organização de analisadores LR e a função das tabelas ACTION e GOTO.; Caracterizar nomes, variáveis, vinculações, alocação e tempo de vida.; Relacionar decisões de projeto, evolução histórica, descrição formal, processamento e comportamento de variáveis entre os capítulos 1 a 5.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Que problema profissional estes conceitos ajudam a analisar?</a:t>
            </a:r>
            <a:br/>
            <a:r>
              <a:t>Endereço e apelidos, Vinculação e tempo de vinculação, Vinculação estática e dinâmica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  <a:latin typeface="Aptos"/>
              </a:defRPr>
            </a:pPr>
            <a:r>
              <a:t>Endereço e apelidos, Vinculação e tempo de vinculação, Vinculação estática e dinâmica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536"/>
                </a:solidFill>
                <a:latin typeface="Aptos"/>
              </a:defRPr>
            </a:pPr>
            <a:r>
              <a:t>Endereço e apelidos: O endereço é a posição de memória associada à variável. Quando dois nomes acessam a mesma posição, eles são apelidos; isso pode prejudicar a legibilidade porque o programador precisa acompanhar referências alternativas.</a:t>
            </a:r>
            <a:br/>
            <a:br/>
            <a:r>
              <a:t>Vinculação e tempo de vinculação: Vinculação é uma associação entre atributo e entidade, como variável e tipo ou operação e símbolo. Tempo de vinculação é o momento em que a associação ocorre.</a:t>
            </a:r>
            <a:br/>
            <a:br/>
            <a:r>
              <a:t>Vinculação estática e dinâmica: A vinculação estática ocorre antes da execução e permanece inalterada; a dinâmica ocorre pela primeira vez durante a execução ou pode mudar enquanto o programa executa.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2677D"/>
                </a:solidFill>
                <a:latin typeface="Aptos"/>
              </a:defRPr>
            </a:pPr>
            <a:r>
              <a:t>Objetivos relacionados: Explicar as razões para estudar conceitos de linguagens de programação e aplicar critérios de avaliação na comparação de linguagens.; Caracterizar nomes, variáveis, vinculações, alocação e tempo de vida.; Relacionar decisões de projeto, evolução histórica, descrição formal, processamento e comportamento de variáveis entre os capítulos 1 a 5.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Quais trade-offs aparecem quando pensamos em:</a:t>
            </a:r>
            <a:br/>
            <a:r>
              <a:t>Declaração e vinculação dinâmica de tipos, Alocação, desalocação e tempo de vida, Categorias de variáveis por tempo de vida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7365D"/>
                </a:solidFill>
                <a:latin typeface="Aptos"/>
              </a:defRPr>
            </a:pPr>
            <a:r>
              <a:t>Declaração e vinculação dinâmica de tipos, Alocação, desalocação e tempo de vida, Categorias de variáveis por tempo de vida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536"/>
                </a:solidFill>
                <a:latin typeface="Aptos"/>
              </a:defRPr>
            </a:pPr>
            <a:r>
              <a:t>Declaração e vinculação dinâmica de tipos: Declaração explícita associa nomes a tipos por uma sentença; declaração implícita usa convenções. Na vinculação dinâmica de tipos, atribuições podem alterar o tipo associado, aumentando flexibilidade, mas dificultando a detecção antecipada de erros.</a:t>
            </a:r>
            <a:br/>
            <a:br/>
            <a:r>
              <a:t>Alocação, desalocação e tempo de vida: Alocação obtém uma célula de memória e desalocação a devolve. O tempo de vida de uma variável é o período em que ela permanece vinculada a uma posição específica de memória.</a:t>
            </a:r>
            <a:br/>
            <a:br/>
            <a:r>
              <a:t>Categorias de variáveis por tempo de vida: As categorias apresentadas são estáticas, dinâmicas da pilha, dinâmicas de heap e dinâmicas de heap implícito. Elas diferem pelo momento e mecanismo de alocação, flexibilidade, eficiência, suporte à recursão e possibilidade de detecção de erros.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2677D"/>
                </a:solidFill>
                <a:latin typeface="Aptos"/>
              </a:defRPr>
            </a:pPr>
            <a:r>
              <a:t>Objetivos relacionados: Explicar as razões para estudar conceitos de linguagens de programação e aplicar critérios de avaliação na comparação de linguagens.; Caracterizar nomes, variáveis, vinculações, alocação e tempo de vida.; Comparar escopo estático, escopo dinâmico, ambiente de referenciamento e constantes nomeadas.; Relacionar decisões de projeto, evolução histórica, descrição formal, processamento e comportamento de variáveis entre os capítulos 1 a 5.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Por que estes conceitos importam em uma decisão técnica?</a:t>
            </a:r>
            <a:br/>
            <a:r>
              <a:t>Escopo estático, escopo dinâmico e ambiente de referenciamento, Escopo, tempo de vida e constantes nomeadas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7365D"/>
                </a:solidFill>
                <a:latin typeface="Aptos"/>
              </a:defRPr>
            </a:pPr>
            <a:r>
              <a:t>Escopo estático, escopo dinâmico e ambiente de referenciamento, Escopo, tempo de vida e constantes nomeadas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2536"/>
                </a:solidFill>
                <a:latin typeface="Aptos"/>
              </a:defRPr>
            </a:pPr>
            <a:r>
              <a:t>Escopo estático, escopo dinâmico e ambiente de referenciamento: Escopo é a faixa de sentenças em que uma variável é visível. No escopo estático, a declaração é encontrada pela organização textual e pelos ancestrais estáticos; no dinâmico, pela sequência de chamadas. O ambiente de referenciamento reúne as variáveis visíveis em uma sentença.</a:t>
            </a:r>
            <a:br/>
            <a:br/>
            <a:r>
              <a:t>Escopo, tempo de vida e constantes nomeadas: Escopo e tempo de vida são conceitos diferentes: um trata visibilidade textual e o outro vinculação à memória. Uma constante nomeada recebe uma única vinculação de valor e favorece legibilidade, modificabilidade e parametrização.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2677D"/>
                </a:solidFill>
                <a:latin typeface="Aptos"/>
              </a:defRPr>
            </a:pPr>
            <a:r>
              <a:t>Objetivos relacionados: Caracterizar nomes, variáveis, vinculações, alocação e tempo de vida.; Comparar escopo estático, escopo dinâmico, ambiente de referenciamento e constantes nomeadas.; Relacionar decisões de projeto, evolução histórica, descrição formal, processamento e comportamento de variáveis entre os capítulos 1 a 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Revisão da Primeira Prova Bimestral — Flashcards</dc:title>
  <dc:subject/>
  <dc:creator>Aula Factory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